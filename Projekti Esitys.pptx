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5" r:id="rId2"/>
    <p:sldMasterId id="2147483731" r:id="rId3"/>
  </p:sldMasterIdLst>
  <p:sldIdLst>
    <p:sldId id="256" r:id="rId4"/>
    <p:sldId id="257" r:id="rId5"/>
    <p:sldId id="259" r:id="rId6"/>
    <p:sldId id="260" r:id="rId7"/>
    <p:sldId id="261" r:id="rId8"/>
    <p:sldId id="265" r:id="rId9"/>
    <p:sldId id="262" r:id="rId10"/>
    <p:sldId id="263" r:id="rId11"/>
    <p:sldId id="264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6882"/>
    <a:srgbClr val="FF58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6EF09A-461B-480E-87FA-8F3D0D9F4035}" v="27" dt="2025-11-28T17:46:52.824"/>
  </p1510:revLst>
</p1510:revInfo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Vaalea tyyli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Normaali tyyli 2 - Korostu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Vaalea tyyli 2 - Korostus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eematyyli 1 - Korostus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eematyyli 1 - Korostu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eematyyli 1 - Korostu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eematyyli 1 - Korostu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eematyyli 1 - Korostu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Ei tyyliä, ei ruudukko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Teematyyli 2 - Korostus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EC20E35-A176-4012-BC5E-935CFFF8708E}" styleName="Normaali tyyli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Normaali tyyli 2 - Korostu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Normaali tyyli 4 - Korostu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ajisto, Kai" userId="402a564a-11c3-431e-9559-7a586e61b32d" providerId="ADAL" clId="{3715AAFB-BEB6-4EE3-A0C7-25142FC26798}"/>
    <pc:docChg chg="undo redo custSel addSld delSld modSld addMainMaster delMainMaster modMainMaster">
      <pc:chgData name="Katajisto, Kai" userId="402a564a-11c3-431e-9559-7a586e61b32d" providerId="ADAL" clId="{3715AAFB-BEB6-4EE3-A0C7-25142FC26798}" dt="2025-11-28T17:49:19.754" v="4540" actId="20577"/>
      <pc:docMkLst>
        <pc:docMk/>
      </pc:docMkLst>
      <pc:sldChg chg="addSp delSp modSp new mod setBg delDesignElem">
        <pc:chgData name="Katajisto, Kai" userId="402a564a-11c3-431e-9559-7a586e61b32d" providerId="ADAL" clId="{3715AAFB-BEB6-4EE3-A0C7-25142FC26798}" dt="2025-11-18T11:00:45.976" v="2739"/>
        <pc:sldMkLst>
          <pc:docMk/>
          <pc:sldMk cId="238525074" sldId="256"/>
        </pc:sldMkLst>
        <pc:spChg chg="mod">
          <ac:chgData name="Katajisto, Kai" userId="402a564a-11c3-431e-9559-7a586e61b32d" providerId="ADAL" clId="{3715AAFB-BEB6-4EE3-A0C7-25142FC26798}" dt="2025-11-18T10:43:34.245" v="2575" actId="26606"/>
          <ac:spMkLst>
            <pc:docMk/>
            <pc:sldMk cId="238525074" sldId="256"/>
            <ac:spMk id="2" creationId="{969925BF-D9BB-62CC-51D6-02F693377EF7}"/>
          </ac:spMkLst>
        </pc:spChg>
        <pc:spChg chg="mod">
          <ac:chgData name="Katajisto, Kai" userId="402a564a-11c3-431e-9559-7a586e61b32d" providerId="ADAL" clId="{3715AAFB-BEB6-4EE3-A0C7-25142FC26798}" dt="2025-11-18T10:43:34.245" v="2575" actId="26606"/>
          <ac:spMkLst>
            <pc:docMk/>
            <pc:sldMk cId="238525074" sldId="256"/>
            <ac:spMk id="3" creationId="{DA615409-B332-C418-A510-236230092356}"/>
          </ac:spMkLst>
        </pc:spChg>
        <pc:picChg chg="add mod ord">
          <ac:chgData name="Katajisto, Kai" userId="402a564a-11c3-431e-9559-7a586e61b32d" providerId="ADAL" clId="{3715AAFB-BEB6-4EE3-A0C7-25142FC26798}" dt="2025-11-18T10:44:31.807" v="2587" actId="1076"/>
          <ac:picMkLst>
            <pc:docMk/>
            <pc:sldMk cId="238525074" sldId="256"/>
            <ac:picMk id="7" creationId="{26414BB8-BC8B-8BC5-5EB7-7360A526083F}"/>
          </ac:picMkLst>
        </pc:picChg>
      </pc:sldChg>
      <pc:sldChg chg="addSp delSp modSp new mod setBg modClrScheme delDesignElem chgLayout">
        <pc:chgData name="Katajisto, Kai" userId="402a564a-11c3-431e-9559-7a586e61b32d" providerId="ADAL" clId="{3715AAFB-BEB6-4EE3-A0C7-25142FC26798}" dt="2025-11-28T11:20:02.162" v="3369" actId="20577"/>
        <pc:sldMkLst>
          <pc:docMk/>
          <pc:sldMk cId="1695610816" sldId="257"/>
        </pc:sldMkLst>
        <pc:spChg chg="add mod">
          <ac:chgData name="Katajisto, Kai" userId="402a564a-11c3-431e-9559-7a586e61b32d" providerId="ADAL" clId="{3715AAFB-BEB6-4EE3-A0C7-25142FC26798}" dt="2025-11-28T11:18:12.714" v="3281" actId="114"/>
          <ac:spMkLst>
            <pc:docMk/>
            <pc:sldMk cId="1695610816" sldId="257"/>
            <ac:spMk id="3" creationId="{EEDA396F-B0AD-D895-E1F7-59C5A622A21F}"/>
          </ac:spMkLst>
        </pc:spChg>
        <pc:spChg chg="add mod">
          <ac:chgData name="Katajisto, Kai" userId="402a564a-11c3-431e-9559-7a586e61b32d" providerId="ADAL" clId="{3715AAFB-BEB6-4EE3-A0C7-25142FC26798}" dt="2025-11-18T12:10:13.558" v="3122" actId="26606"/>
          <ac:spMkLst>
            <pc:docMk/>
            <pc:sldMk cId="1695610816" sldId="257"/>
            <ac:spMk id="12" creationId="{77C2276D-E2F1-55AE-9F46-9B2DF01BA549}"/>
          </ac:spMkLst>
        </pc:spChg>
        <pc:graphicFrameChg chg="add mod modGraphic">
          <ac:chgData name="Katajisto, Kai" userId="402a564a-11c3-431e-9559-7a586e61b32d" providerId="ADAL" clId="{3715AAFB-BEB6-4EE3-A0C7-25142FC26798}" dt="2025-11-28T11:20:02.162" v="3369" actId="20577"/>
          <ac:graphicFrameMkLst>
            <pc:docMk/>
            <pc:sldMk cId="1695610816" sldId="257"/>
            <ac:graphicFrameMk id="4" creationId="{A523C4C2-9999-2AF7-5F5B-23ABF7C9D56F}"/>
          </ac:graphicFrameMkLst>
        </pc:graphicFrameChg>
      </pc:sldChg>
      <pc:sldChg chg="addSp delSp modSp add mod setBg delDesignElem">
        <pc:chgData name="Katajisto, Kai" userId="402a564a-11c3-431e-9559-7a586e61b32d" providerId="ADAL" clId="{3715AAFB-BEB6-4EE3-A0C7-25142FC26798}" dt="2025-11-18T11:00:45.976" v="2739"/>
        <pc:sldMkLst>
          <pc:docMk/>
          <pc:sldMk cId="1652973949" sldId="259"/>
        </pc:sldMkLst>
        <pc:spChg chg="add mod ord">
          <ac:chgData name="Katajisto, Kai" userId="402a564a-11c3-431e-9559-7a586e61b32d" providerId="ADAL" clId="{3715AAFB-BEB6-4EE3-A0C7-25142FC26798}" dt="2025-11-18T10:49:49.084" v="2633" actId="1076"/>
          <ac:spMkLst>
            <pc:docMk/>
            <pc:sldMk cId="1652973949" sldId="259"/>
            <ac:spMk id="5" creationId="{80CD1411-7194-3FE4-8807-4095DAB5CDA9}"/>
          </ac:spMkLst>
        </pc:spChg>
        <pc:spChg chg="add del mod">
          <ac:chgData name="Katajisto, Kai" userId="402a564a-11c3-431e-9559-7a586e61b32d" providerId="ADAL" clId="{3715AAFB-BEB6-4EE3-A0C7-25142FC26798}" dt="2025-11-18T10:56:33.121" v="2692" actId="20577"/>
          <ac:spMkLst>
            <pc:docMk/>
            <pc:sldMk cId="1652973949" sldId="259"/>
            <ac:spMk id="6" creationId="{3F381336-61F0-4C8C-923A-96D3908714E2}"/>
          </ac:spMkLst>
        </pc:spChg>
        <pc:spChg chg="mod">
          <ac:chgData name="Katajisto, Kai" userId="402a564a-11c3-431e-9559-7a586e61b32d" providerId="ADAL" clId="{3715AAFB-BEB6-4EE3-A0C7-25142FC26798}" dt="2025-11-18T10:56:29.349" v="2690" actId="26606"/>
          <ac:spMkLst>
            <pc:docMk/>
            <pc:sldMk cId="1652973949" sldId="259"/>
            <ac:spMk id="12" creationId="{BCC9E375-4252-37C6-EE2E-796B35D2648D}"/>
          </ac:spMkLst>
        </pc:spChg>
      </pc:sldChg>
      <pc:sldChg chg="addSp delSp modSp add mod setBg modClrScheme chgLayout">
        <pc:chgData name="Katajisto, Kai" userId="402a564a-11c3-431e-9559-7a586e61b32d" providerId="ADAL" clId="{3715AAFB-BEB6-4EE3-A0C7-25142FC26798}" dt="2025-11-28T17:36:40.170" v="4094" actId="20577"/>
        <pc:sldMkLst>
          <pc:docMk/>
          <pc:sldMk cId="4195985338" sldId="260"/>
        </pc:sldMkLst>
        <pc:spChg chg="add mod">
          <ac:chgData name="Katajisto, Kai" userId="402a564a-11c3-431e-9559-7a586e61b32d" providerId="ADAL" clId="{3715AAFB-BEB6-4EE3-A0C7-25142FC26798}" dt="2025-11-28T17:36:40.170" v="4094" actId="20577"/>
          <ac:spMkLst>
            <pc:docMk/>
            <pc:sldMk cId="4195985338" sldId="260"/>
            <ac:spMk id="2" creationId="{7CDF451B-1547-52E8-4A4C-C9786F129AEE}"/>
          </ac:spMkLst>
        </pc:spChg>
        <pc:spChg chg="mod">
          <ac:chgData name="Katajisto, Kai" userId="402a564a-11c3-431e-9559-7a586e61b32d" providerId="ADAL" clId="{3715AAFB-BEB6-4EE3-A0C7-25142FC26798}" dt="2025-11-18T08:35:42.801" v="588"/>
          <ac:spMkLst>
            <pc:docMk/>
            <pc:sldMk cId="4195985338" sldId="260"/>
            <ac:spMk id="5" creationId="{1E1C52A8-4669-8B71-A946-DC1301D66AC6}"/>
          </ac:spMkLst>
        </pc:spChg>
        <pc:spChg chg="mod">
          <ac:chgData name="Katajisto, Kai" userId="402a564a-11c3-431e-9559-7a586e61b32d" providerId="ADAL" clId="{3715AAFB-BEB6-4EE3-A0C7-25142FC26798}" dt="2025-11-18T12:12:19.818" v="3132" actId="20577"/>
          <ac:spMkLst>
            <pc:docMk/>
            <pc:sldMk cId="4195985338" sldId="260"/>
            <ac:spMk id="6" creationId="{9CA98B90-EB99-E1A3-4765-327E71365820}"/>
          </ac:spMkLst>
        </pc:spChg>
        <pc:spChg chg="mod ord">
          <ac:chgData name="Katajisto, Kai" userId="402a564a-11c3-431e-9559-7a586e61b32d" providerId="ADAL" clId="{3715AAFB-BEB6-4EE3-A0C7-25142FC26798}" dt="2025-11-18T11:00:25.963" v="2734" actId="700"/>
          <ac:spMkLst>
            <pc:docMk/>
            <pc:sldMk cId="4195985338" sldId="260"/>
            <ac:spMk id="12" creationId="{343FF32E-021C-87BF-52D3-1A4A4D93596B}"/>
          </ac:spMkLst>
        </pc:spChg>
      </pc:sldChg>
      <pc:sldChg chg="addSp modSp add mod">
        <pc:chgData name="Katajisto, Kai" userId="402a564a-11c3-431e-9559-7a586e61b32d" providerId="ADAL" clId="{3715AAFB-BEB6-4EE3-A0C7-25142FC26798}" dt="2025-11-28T17:49:19.754" v="4540" actId="20577"/>
        <pc:sldMkLst>
          <pc:docMk/>
          <pc:sldMk cId="813003503" sldId="261"/>
        </pc:sldMkLst>
        <pc:spChg chg="mod">
          <ac:chgData name="Katajisto, Kai" userId="402a564a-11c3-431e-9559-7a586e61b32d" providerId="ADAL" clId="{3715AAFB-BEB6-4EE3-A0C7-25142FC26798}" dt="2025-11-28T17:49:19.754" v="4540" actId="20577"/>
          <ac:spMkLst>
            <pc:docMk/>
            <pc:sldMk cId="813003503" sldId="261"/>
            <ac:spMk id="2" creationId="{B7CCB05F-D01F-72F6-725D-C8DA2657E5BF}"/>
          </ac:spMkLst>
        </pc:spChg>
        <pc:spChg chg="add mod">
          <ac:chgData name="Katajisto, Kai" userId="402a564a-11c3-431e-9559-7a586e61b32d" providerId="ADAL" clId="{3715AAFB-BEB6-4EE3-A0C7-25142FC26798}" dt="2025-11-18T11:01:56.479" v="2766" actId="1076"/>
          <ac:spMkLst>
            <pc:docMk/>
            <pc:sldMk cId="813003503" sldId="261"/>
            <ac:spMk id="3" creationId="{825AE192-D610-8C3E-8FE0-CDD919C78A3A}"/>
          </ac:spMkLst>
        </pc:spChg>
        <pc:spChg chg="mod">
          <ac:chgData name="Katajisto, Kai" userId="402a564a-11c3-431e-9559-7a586e61b32d" providerId="ADAL" clId="{3715AAFB-BEB6-4EE3-A0C7-25142FC26798}" dt="2025-11-18T08:41:11.463" v="717" actId="114"/>
          <ac:spMkLst>
            <pc:docMk/>
            <pc:sldMk cId="813003503" sldId="261"/>
            <ac:spMk id="5" creationId="{96C678C0-DC12-2E4D-94B5-26515414A3A2}"/>
          </ac:spMkLst>
        </pc:spChg>
        <pc:spChg chg="mod">
          <ac:chgData name="Katajisto, Kai" userId="402a564a-11c3-431e-9559-7a586e61b32d" providerId="ADAL" clId="{3715AAFB-BEB6-4EE3-A0C7-25142FC26798}" dt="2025-11-18T11:11:57.228" v="2890" actId="207"/>
          <ac:spMkLst>
            <pc:docMk/>
            <pc:sldMk cId="813003503" sldId="261"/>
            <ac:spMk id="6" creationId="{4BDB5702-1191-C0FC-6E2B-BBE05C87093A}"/>
          </ac:spMkLst>
        </pc:spChg>
        <pc:spChg chg="mod">
          <ac:chgData name="Katajisto, Kai" userId="402a564a-11c3-431e-9559-7a586e61b32d" providerId="ADAL" clId="{3715AAFB-BEB6-4EE3-A0C7-25142FC26798}" dt="2025-11-18T08:41:29.853" v="718" actId="113"/>
          <ac:spMkLst>
            <pc:docMk/>
            <pc:sldMk cId="813003503" sldId="261"/>
            <ac:spMk id="12" creationId="{62D7BAC0-120F-6717-3648-41254401E67A}"/>
          </ac:spMkLst>
        </pc:spChg>
      </pc:sldChg>
      <pc:sldChg chg="addSp delSp modSp add mod">
        <pc:chgData name="Katajisto, Kai" userId="402a564a-11c3-431e-9559-7a586e61b32d" providerId="ADAL" clId="{3715AAFB-BEB6-4EE3-A0C7-25142FC26798}" dt="2025-11-28T16:59:32.713" v="3583" actId="1076"/>
        <pc:sldMkLst>
          <pc:docMk/>
          <pc:sldMk cId="239957209" sldId="262"/>
        </pc:sldMkLst>
        <pc:spChg chg="mod">
          <ac:chgData name="Katajisto, Kai" userId="402a564a-11c3-431e-9559-7a586e61b32d" providerId="ADAL" clId="{3715AAFB-BEB6-4EE3-A0C7-25142FC26798}" dt="2025-11-28T16:50:36.581" v="3577" actId="5793"/>
          <ac:spMkLst>
            <pc:docMk/>
            <pc:sldMk cId="239957209" sldId="262"/>
            <ac:spMk id="5" creationId="{8D3A17E5-79F9-9038-A434-0B341FC312EC}"/>
          </ac:spMkLst>
        </pc:spChg>
        <pc:spChg chg="add del mod">
          <ac:chgData name="Katajisto, Kai" userId="402a564a-11c3-431e-9559-7a586e61b32d" providerId="ADAL" clId="{3715AAFB-BEB6-4EE3-A0C7-25142FC26798}" dt="2025-11-28T16:59:32.713" v="3583" actId="1076"/>
          <ac:spMkLst>
            <pc:docMk/>
            <pc:sldMk cId="239957209" sldId="262"/>
            <ac:spMk id="11" creationId="{F30BA608-FF5E-E632-DCCB-D4B4930AFACD}"/>
          </ac:spMkLst>
        </pc:spChg>
        <pc:spChg chg="mod">
          <ac:chgData name="Katajisto, Kai" userId="402a564a-11c3-431e-9559-7a586e61b32d" providerId="ADAL" clId="{3715AAFB-BEB6-4EE3-A0C7-25142FC26798}" dt="2025-11-18T09:36:17.325" v="1272" actId="20577"/>
          <ac:spMkLst>
            <pc:docMk/>
            <pc:sldMk cId="239957209" sldId="262"/>
            <ac:spMk id="12" creationId="{037DA796-051A-79C6-A591-7A6D70511351}"/>
          </ac:spMkLst>
        </pc:spChg>
        <pc:picChg chg="add mod">
          <ac:chgData name="Katajisto, Kai" userId="402a564a-11c3-431e-9559-7a586e61b32d" providerId="ADAL" clId="{3715AAFB-BEB6-4EE3-A0C7-25142FC26798}" dt="2025-11-28T16:20:49.454" v="3465"/>
          <ac:picMkLst>
            <pc:docMk/>
            <pc:sldMk cId="239957209" sldId="262"/>
            <ac:picMk id="3" creationId="{F029C7A8-3E37-EFCB-FE45-19DDE2FE3AB7}"/>
          </ac:picMkLst>
        </pc:picChg>
        <pc:picChg chg="add del mod">
          <ac:chgData name="Katajisto, Kai" userId="402a564a-11c3-431e-9559-7a586e61b32d" providerId="ADAL" clId="{3715AAFB-BEB6-4EE3-A0C7-25142FC26798}" dt="2025-11-28T16:59:15.059" v="3578" actId="478"/>
          <ac:picMkLst>
            <pc:docMk/>
            <pc:sldMk cId="239957209" sldId="262"/>
            <ac:picMk id="6" creationId="{D02F3596-7286-34E8-F44E-B6DB23F4A270}"/>
          </ac:picMkLst>
        </pc:picChg>
        <pc:picChg chg="add mod">
          <ac:chgData name="Katajisto, Kai" userId="402a564a-11c3-431e-9559-7a586e61b32d" providerId="ADAL" clId="{3715AAFB-BEB6-4EE3-A0C7-25142FC26798}" dt="2025-11-28T16:59:28.470" v="3582" actId="1076"/>
          <ac:picMkLst>
            <pc:docMk/>
            <pc:sldMk cId="239957209" sldId="262"/>
            <ac:picMk id="8" creationId="{43405623-14B3-F37B-8C8C-6992D2607B57}"/>
          </ac:picMkLst>
        </pc:picChg>
        <pc:picChg chg="add del mod">
          <ac:chgData name="Katajisto, Kai" userId="402a564a-11c3-431e-9559-7a586e61b32d" providerId="ADAL" clId="{3715AAFB-BEB6-4EE3-A0C7-25142FC26798}" dt="2025-11-28T16:20:29.376" v="3456" actId="478"/>
          <ac:picMkLst>
            <pc:docMk/>
            <pc:sldMk cId="239957209" sldId="262"/>
            <ac:picMk id="16" creationId="{FEFBC9D1-A670-CB80-1552-0F51FE4FEEFC}"/>
          </ac:picMkLst>
        </pc:picChg>
      </pc:sldChg>
      <pc:sldChg chg="addSp delSp modSp add mod">
        <pc:chgData name="Katajisto, Kai" userId="402a564a-11c3-431e-9559-7a586e61b32d" providerId="ADAL" clId="{3715AAFB-BEB6-4EE3-A0C7-25142FC26798}" dt="2025-11-28T17:40:32.138" v="4143" actId="20577"/>
        <pc:sldMkLst>
          <pc:docMk/>
          <pc:sldMk cId="3570949548" sldId="263"/>
        </pc:sldMkLst>
        <pc:spChg chg="add mod">
          <ac:chgData name="Katajisto, Kai" userId="402a564a-11c3-431e-9559-7a586e61b32d" providerId="ADAL" clId="{3715AAFB-BEB6-4EE3-A0C7-25142FC26798}" dt="2025-11-28T17:39:22.843" v="4097"/>
          <ac:spMkLst>
            <pc:docMk/>
            <pc:sldMk cId="3570949548" sldId="263"/>
            <ac:spMk id="4" creationId="{0BAA1E76-D279-3A16-D8FD-945BF8CE7AC1}"/>
          </ac:spMkLst>
        </pc:spChg>
        <pc:spChg chg="mod">
          <ac:chgData name="Katajisto, Kai" userId="402a564a-11c3-431e-9559-7a586e61b32d" providerId="ADAL" clId="{3715AAFB-BEB6-4EE3-A0C7-25142FC26798}" dt="2025-11-18T11:20:17.167" v="3111" actId="1076"/>
          <ac:spMkLst>
            <pc:docMk/>
            <pc:sldMk cId="3570949548" sldId="263"/>
            <ac:spMk id="5" creationId="{BAB11F8A-D576-2DD3-E53F-6551B9411555}"/>
          </ac:spMkLst>
        </pc:spChg>
        <pc:spChg chg="add del mod">
          <ac:chgData name="Katajisto, Kai" userId="402a564a-11c3-431e-9559-7a586e61b32d" providerId="ADAL" clId="{3715AAFB-BEB6-4EE3-A0C7-25142FC26798}" dt="2025-11-28T17:40:32.138" v="4143" actId="20577"/>
          <ac:spMkLst>
            <pc:docMk/>
            <pc:sldMk cId="3570949548" sldId="263"/>
            <ac:spMk id="11" creationId="{5B254AAE-6F91-8EBF-996F-1CD985038491}"/>
          </ac:spMkLst>
        </pc:spChg>
        <pc:spChg chg="mod">
          <ac:chgData name="Katajisto, Kai" userId="402a564a-11c3-431e-9559-7a586e61b32d" providerId="ADAL" clId="{3715AAFB-BEB6-4EE3-A0C7-25142FC26798}" dt="2025-11-18T11:20:14.341" v="3110" actId="1076"/>
          <ac:spMkLst>
            <pc:docMk/>
            <pc:sldMk cId="3570949548" sldId="263"/>
            <ac:spMk id="12" creationId="{D6D8D11E-7ED7-B4AC-F1C4-383344C6C895}"/>
          </ac:spMkLst>
        </pc:spChg>
      </pc:sldChg>
      <pc:sldChg chg="addSp delSp modSp new mod setBg delDesignElem">
        <pc:chgData name="Katajisto, Kai" userId="402a564a-11c3-431e-9559-7a586e61b32d" providerId="ADAL" clId="{3715AAFB-BEB6-4EE3-A0C7-25142FC26798}" dt="2025-11-18T11:00:45.976" v="2739"/>
        <pc:sldMkLst>
          <pc:docMk/>
          <pc:sldMk cId="2637659638" sldId="264"/>
        </pc:sldMkLst>
        <pc:spChg chg="mod">
          <ac:chgData name="Katajisto, Kai" userId="402a564a-11c3-431e-9559-7a586e61b32d" providerId="ADAL" clId="{3715AAFB-BEB6-4EE3-A0C7-25142FC26798}" dt="2025-11-18T10:18:48.941" v="2378" actId="404"/>
          <ac:spMkLst>
            <pc:docMk/>
            <pc:sldMk cId="2637659638" sldId="264"/>
            <ac:spMk id="2" creationId="{0B735D30-DE9B-1EDB-F995-42CD9BBEEE1D}"/>
          </ac:spMkLst>
        </pc:spChg>
      </pc:sldChg>
      <pc:sldChg chg="addSp delSp modSp add mod">
        <pc:chgData name="Katajisto, Kai" userId="402a564a-11c3-431e-9559-7a586e61b32d" providerId="ADAL" clId="{3715AAFB-BEB6-4EE3-A0C7-25142FC26798}" dt="2025-11-28T17:34:04.941" v="4067"/>
        <pc:sldMkLst>
          <pc:docMk/>
          <pc:sldMk cId="4089181408" sldId="265"/>
        </pc:sldMkLst>
        <pc:spChg chg="del mod">
          <ac:chgData name="Katajisto, Kai" userId="402a564a-11c3-431e-9559-7a586e61b32d" providerId="ADAL" clId="{3715AAFB-BEB6-4EE3-A0C7-25142FC26798}" dt="2025-11-28T17:01:48.553" v="3586" actId="478"/>
          <ac:spMkLst>
            <pc:docMk/>
            <pc:sldMk cId="4089181408" sldId="265"/>
            <ac:spMk id="2" creationId="{73AA513B-52E7-C822-C030-133B6C294095}"/>
          </ac:spMkLst>
        </pc:spChg>
        <pc:spChg chg="del">
          <ac:chgData name="Katajisto, Kai" userId="402a564a-11c3-431e-9559-7a586e61b32d" providerId="ADAL" clId="{3715AAFB-BEB6-4EE3-A0C7-25142FC26798}" dt="2025-11-28T17:06:08.884" v="3705" actId="478"/>
          <ac:spMkLst>
            <pc:docMk/>
            <pc:sldMk cId="4089181408" sldId="265"/>
            <ac:spMk id="3" creationId="{5F933341-D914-8D27-BEB9-6F1FC8887BAF}"/>
          </ac:spMkLst>
        </pc:spChg>
        <pc:spChg chg="mod">
          <ac:chgData name="Katajisto, Kai" userId="402a564a-11c3-431e-9559-7a586e61b32d" providerId="ADAL" clId="{3715AAFB-BEB6-4EE3-A0C7-25142FC26798}" dt="2025-11-28T17:12:05.986" v="4018" actId="113"/>
          <ac:spMkLst>
            <pc:docMk/>
            <pc:sldMk cId="4089181408" sldId="265"/>
            <ac:spMk id="6" creationId="{EDF25982-3445-4613-2F2D-2F8CE56858AF}"/>
          </ac:spMkLst>
        </pc:spChg>
        <pc:spChg chg="add mod">
          <ac:chgData name="Katajisto, Kai" userId="402a564a-11c3-431e-9559-7a586e61b32d" providerId="ADAL" clId="{3715AAFB-BEB6-4EE3-A0C7-25142FC26798}" dt="2025-11-28T17:34:04.941" v="4067"/>
          <ac:spMkLst>
            <pc:docMk/>
            <pc:sldMk cId="4089181408" sldId="265"/>
            <ac:spMk id="7" creationId="{4902B025-D9AE-D2FF-1BCC-3E956FCA491D}"/>
          </ac:spMkLst>
        </pc:spChg>
        <pc:spChg chg="add mod">
          <ac:chgData name="Katajisto, Kai" userId="402a564a-11c3-431e-9559-7a586e61b32d" providerId="ADAL" clId="{3715AAFB-BEB6-4EE3-A0C7-25142FC26798}" dt="2025-11-28T17:10:50.153" v="3987" actId="1076"/>
          <ac:spMkLst>
            <pc:docMk/>
            <pc:sldMk cId="4089181408" sldId="265"/>
            <ac:spMk id="9" creationId="{542247CD-D4E0-19F5-8203-C9E4D7DEA704}"/>
          </ac:spMkLst>
        </pc:spChg>
        <pc:spChg chg="add mod">
          <ac:chgData name="Katajisto, Kai" userId="402a564a-11c3-431e-9559-7a586e61b32d" providerId="ADAL" clId="{3715AAFB-BEB6-4EE3-A0C7-25142FC26798}" dt="2025-11-28T17:33:25.489" v="4065" actId="20577"/>
          <ac:spMkLst>
            <pc:docMk/>
            <pc:sldMk cId="4089181408" sldId="265"/>
            <ac:spMk id="10" creationId="{CBF8273B-7698-6249-7B8E-2E78419B21E6}"/>
          </ac:spMkLst>
        </pc:spChg>
      </pc:sldChg>
    </pc:docChg>
  </pc:docChgLst>
  <pc:docChgLst>
    <pc:chgData name="Katajisto, Kai" userId="402a564a-11c3-431e-9559-7a586e61b32d" providerId="ADAL" clId="{3D5FF2A3-D477-43BD-A489-561E3315C023}"/>
    <pc:docChg chg="custSel modSld">
      <pc:chgData name="Katajisto, Kai" userId="402a564a-11c3-431e-9559-7a586e61b32d" providerId="ADAL" clId="{3D5FF2A3-D477-43BD-A489-561E3315C023}" dt="2025-11-19T11:26:27.380" v="0" actId="207"/>
      <pc:docMkLst>
        <pc:docMk/>
      </pc:docMkLst>
      <pc:sldChg chg="modSp mod">
        <pc:chgData name="Katajisto, Kai" userId="402a564a-11c3-431e-9559-7a586e61b32d" providerId="ADAL" clId="{3D5FF2A3-D477-43BD-A489-561E3315C023}" dt="2025-11-19T11:26:27.380" v="0" actId="207"/>
        <pc:sldMkLst>
          <pc:docMk/>
          <pc:sldMk cId="1695610816" sldId="257"/>
        </pc:sldMkLst>
        <pc:graphicFrameChg chg="modGraphic">
          <ac:chgData name="Katajisto, Kai" userId="402a564a-11c3-431e-9559-7a586e61b32d" providerId="ADAL" clId="{3D5FF2A3-D477-43BD-A489-561E3315C023}" dt="2025-11-19T11:26:27.380" v="0" actId="207"/>
          <ac:graphicFrameMkLst>
            <pc:docMk/>
            <pc:sldMk cId="1695610816" sldId="257"/>
            <ac:graphicFrameMk id="4" creationId="{A523C4C2-9999-2AF7-5F5B-23ABF7C9D56F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723433"/>
            <a:ext cx="12192000" cy="54112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6096000" cy="790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884700" y="1525667"/>
            <a:ext cx="7718400" cy="6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i-FI"/>
              <a:t>Muokkaa ots. perustyyl. napsautt.</a:t>
            </a: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974700" y="3687067"/>
            <a:ext cx="8270400" cy="6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2384967" y="2349067"/>
            <a:ext cx="7718400" cy="6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946833" y="994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946833" y="1346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946833" y="1697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946833" y="2049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946833" y="2401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946833" y="2752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946833" y="3104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946833" y="3455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946833" y="3807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946833" y="4159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946833" y="4510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946833" y="4862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946833" y="5213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946833" y="5565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2061883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/>
          <p:nvPr/>
        </p:nvSpPr>
        <p:spPr>
          <a:xfrm>
            <a:off x="0" y="723433"/>
            <a:ext cx="12192000" cy="541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" name="Google Shape;30;p3"/>
          <p:cNvSpPr/>
          <p:nvPr/>
        </p:nvSpPr>
        <p:spPr>
          <a:xfrm>
            <a:off x="0" y="0"/>
            <a:ext cx="6096000" cy="790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Google Shape;31;p3"/>
          <p:cNvSpPr txBox="1">
            <a:spLocks noGrp="1"/>
          </p:cNvSpPr>
          <p:nvPr>
            <p:ph type="title" hasCustomPrompt="1"/>
          </p:nvPr>
        </p:nvSpPr>
        <p:spPr>
          <a:xfrm flipH="1">
            <a:off x="2739551" y="782633"/>
            <a:ext cx="2456400" cy="147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33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2" name="Google Shape;32;p3"/>
          <p:cNvSpPr txBox="1">
            <a:spLocks noGrp="1"/>
          </p:cNvSpPr>
          <p:nvPr>
            <p:ph type="title" idx="2"/>
          </p:nvPr>
        </p:nvSpPr>
        <p:spPr>
          <a:xfrm>
            <a:off x="3474384" y="2462164"/>
            <a:ext cx="7169600" cy="7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fi-FI"/>
              <a:t>Muokkaa ots. perustyyl. napsautt.</a:t>
            </a:r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"/>
          </p:nvPr>
        </p:nvSpPr>
        <p:spPr>
          <a:xfrm>
            <a:off x="4051151" y="3264167"/>
            <a:ext cx="5281200" cy="104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34" name="Google Shape;34;p3"/>
          <p:cNvSpPr txBox="1"/>
          <p:nvPr/>
        </p:nvSpPr>
        <p:spPr>
          <a:xfrm>
            <a:off x="946833" y="994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" name="Google Shape;35;p3"/>
          <p:cNvSpPr txBox="1"/>
          <p:nvPr/>
        </p:nvSpPr>
        <p:spPr>
          <a:xfrm>
            <a:off x="946833" y="1346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946833" y="1697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" name="Google Shape;37;p3"/>
          <p:cNvSpPr txBox="1"/>
          <p:nvPr/>
        </p:nvSpPr>
        <p:spPr>
          <a:xfrm>
            <a:off x="946833" y="2049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" name="Google Shape;38;p3"/>
          <p:cNvSpPr txBox="1"/>
          <p:nvPr/>
        </p:nvSpPr>
        <p:spPr>
          <a:xfrm>
            <a:off x="946833" y="2401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946833" y="2752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" name="Google Shape;40;p3"/>
          <p:cNvSpPr txBox="1"/>
          <p:nvPr/>
        </p:nvSpPr>
        <p:spPr>
          <a:xfrm>
            <a:off x="946833" y="3104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" name="Google Shape;41;p3"/>
          <p:cNvSpPr txBox="1"/>
          <p:nvPr/>
        </p:nvSpPr>
        <p:spPr>
          <a:xfrm>
            <a:off x="946833" y="3455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" name="Google Shape;42;p3"/>
          <p:cNvSpPr txBox="1"/>
          <p:nvPr/>
        </p:nvSpPr>
        <p:spPr>
          <a:xfrm>
            <a:off x="946833" y="3807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" name="Google Shape;43;p3"/>
          <p:cNvSpPr txBox="1"/>
          <p:nvPr/>
        </p:nvSpPr>
        <p:spPr>
          <a:xfrm>
            <a:off x="946833" y="4159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946833" y="4510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5" name="Google Shape;45;p3"/>
          <p:cNvSpPr txBox="1"/>
          <p:nvPr/>
        </p:nvSpPr>
        <p:spPr>
          <a:xfrm>
            <a:off x="946833" y="4862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" name="Google Shape;46;p3"/>
          <p:cNvSpPr txBox="1"/>
          <p:nvPr/>
        </p:nvSpPr>
        <p:spPr>
          <a:xfrm>
            <a:off x="946833" y="5213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946833" y="5565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3108680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0" y="723433"/>
            <a:ext cx="12192000" cy="541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0" name="Google Shape;50;p4"/>
          <p:cNvSpPr/>
          <p:nvPr/>
        </p:nvSpPr>
        <p:spPr>
          <a:xfrm>
            <a:off x="6096000" y="0"/>
            <a:ext cx="6096000" cy="790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1" name="Google Shape;51;p4"/>
          <p:cNvSpPr txBox="1">
            <a:spLocks noGrp="1"/>
          </p:cNvSpPr>
          <p:nvPr>
            <p:ph type="title"/>
          </p:nvPr>
        </p:nvSpPr>
        <p:spPr>
          <a:xfrm>
            <a:off x="1524333" y="776933"/>
            <a:ext cx="9720800" cy="7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i-FI"/>
              <a:t>Muokkaa ots. perustyyl. napsautt.</a:t>
            </a:r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body" idx="1"/>
          </p:nvPr>
        </p:nvSpPr>
        <p:spPr>
          <a:xfrm>
            <a:off x="1952333" y="1417567"/>
            <a:ext cx="9292800" cy="455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∗"/>
              <a:defRPr sz="1333"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3" name="Google Shape;53;p4"/>
          <p:cNvSpPr txBox="1"/>
          <p:nvPr/>
        </p:nvSpPr>
        <p:spPr>
          <a:xfrm>
            <a:off x="946833" y="994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946833" y="1346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946833" y="1697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946833" y="2049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946833" y="2401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946833" y="2752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946833" y="3104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946833" y="3455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946833" y="3807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946833" y="4159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946833" y="4510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946833" y="4862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946833" y="5213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946833" y="5565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233263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/>
          <p:nvPr/>
        </p:nvSpPr>
        <p:spPr>
          <a:xfrm>
            <a:off x="0" y="723433"/>
            <a:ext cx="12192000" cy="541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" name="Google Shape;69;p5"/>
          <p:cNvSpPr/>
          <p:nvPr/>
        </p:nvSpPr>
        <p:spPr>
          <a:xfrm>
            <a:off x="6096000" y="0"/>
            <a:ext cx="6096000" cy="790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" name="Google Shape;70;p5"/>
          <p:cNvSpPr txBox="1">
            <a:spLocks noGrp="1"/>
          </p:cNvSpPr>
          <p:nvPr>
            <p:ph type="subTitle" idx="1"/>
          </p:nvPr>
        </p:nvSpPr>
        <p:spPr>
          <a:xfrm>
            <a:off x="2986867" y="4191103"/>
            <a:ext cx="6850000" cy="104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subTitle" idx="2"/>
          </p:nvPr>
        </p:nvSpPr>
        <p:spPr>
          <a:xfrm>
            <a:off x="2986867" y="1535920"/>
            <a:ext cx="6850000" cy="104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72" name="Google Shape;72;p5"/>
          <p:cNvSpPr txBox="1">
            <a:spLocks noGrp="1"/>
          </p:cNvSpPr>
          <p:nvPr>
            <p:ph type="subTitle" idx="3"/>
          </p:nvPr>
        </p:nvSpPr>
        <p:spPr>
          <a:xfrm>
            <a:off x="1524333" y="3483500"/>
            <a:ext cx="5409600" cy="70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733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73" name="Google Shape;73;p5"/>
          <p:cNvSpPr txBox="1"/>
          <p:nvPr/>
        </p:nvSpPr>
        <p:spPr>
          <a:xfrm>
            <a:off x="946833" y="994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946833" y="1346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946833" y="1697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946833" y="2049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946833" y="2401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946833" y="2752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946833" y="3104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946833" y="3455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946833" y="3807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946833" y="4159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946833" y="4510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946833" y="4862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946833" y="5213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946833" y="5565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1524333" y="828320"/>
            <a:ext cx="5409600" cy="70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i-FI"/>
              <a:t>Muokkaa ots. perustyyl. napsautt.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0935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/>
          <p:nvPr/>
        </p:nvSpPr>
        <p:spPr>
          <a:xfrm>
            <a:off x="0" y="723433"/>
            <a:ext cx="12192000" cy="541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0" name="Google Shape;90;p6"/>
          <p:cNvSpPr/>
          <p:nvPr/>
        </p:nvSpPr>
        <p:spPr>
          <a:xfrm>
            <a:off x="6096000" y="0"/>
            <a:ext cx="6096000" cy="790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1" name="Google Shape;91;p6"/>
          <p:cNvSpPr txBox="1"/>
          <p:nvPr/>
        </p:nvSpPr>
        <p:spPr>
          <a:xfrm>
            <a:off x="946833" y="994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2" name="Google Shape;92;p6"/>
          <p:cNvSpPr txBox="1"/>
          <p:nvPr/>
        </p:nvSpPr>
        <p:spPr>
          <a:xfrm>
            <a:off x="946833" y="1346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946833" y="1697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946833" y="2049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946833" y="2401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6" name="Google Shape;96;p6"/>
          <p:cNvSpPr txBox="1"/>
          <p:nvPr/>
        </p:nvSpPr>
        <p:spPr>
          <a:xfrm>
            <a:off x="946833" y="2752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7" name="Google Shape;97;p6"/>
          <p:cNvSpPr txBox="1"/>
          <p:nvPr/>
        </p:nvSpPr>
        <p:spPr>
          <a:xfrm>
            <a:off x="946833" y="3104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8" name="Google Shape;98;p6"/>
          <p:cNvSpPr txBox="1"/>
          <p:nvPr/>
        </p:nvSpPr>
        <p:spPr>
          <a:xfrm>
            <a:off x="946833" y="3455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9" name="Google Shape;99;p6"/>
          <p:cNvSpPr txBox="1"/>
          <p:nvPr/>
        </p:nvSpPr>
        <p:spPr>
          <a:xfrm>
            <a:off x="946833" y="3807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946833" y="4159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946833" y="4510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946833" y="4862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3" name="Google Shape;103;p6"/>
          <p:cNvSpPr txBox="1"/>
          <p:nvPr/>
        </p:nvSpPr>
        <p:spPr>
          <a:xfrm>
            <a:off x="946833" y="5213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4" name="Google Shape;104;p6"/>
          <p:cNvSpPr txBox="1"/>
          <p:nvPr/>
        </p:nvSpPr>
        <p:spPr>
          <a:xfrm>
            <a:off x="946833" y="5565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5" name="Google Shape;105;p6"/>
          <p:cNvSpPr txBox="1">
            <a:spLocks noGrp="1"/>
          </p:cNvSpPr>
          <p:nvPr>
            <p:ph type="title"/>
          </p:nvPr>
        </p:nvSpPr>
        <p:spPr>
          <a:xfrm>
            <a:off x="1524333" y="776933"/>
            <a:ext cx="9720800" cy="7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i-FI"/>
              <a:t>Muokkaa ots. perustyyl. napsautt.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42368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/>
          <p:nvPr/>
        </p:nvSpPr>
        <p:spPr>
          <a:xfrm>
            <a:off x="0" y="723433"/>
            <a:ext cx="12192000" cy="541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8" name="Google Shape;108;p7"/>
          <p:cNvSpPr/>
          <p:nvPr/>
        </p:nvSpPr>
        <p:spPr>
          <a:xfrm>
            <a:off x="6096000" y="0"/>
            <a:ext cx="6096000" cy="790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9" name="Google Shape;109;p7"/>
          <p:cNvSpPr txBox="1">
            <a:spLocks noGrp="1"/>
          </p:cNvSpPr>
          <p:nvPr>
            <p:ph type="subTitle" idx="1"/>
          </p:nvPr>
        </p:nvSpPr>
        <p:spPr>
          <a:xfrm>
            <a:off x="2232667" y="3648733"/>
            <a:ext cx="4836800" cy="13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title"/>
          </p:nvPr>
        </p:nvSpPr>
        <p:spPr>
          <a:xfrm>
            <a:off x="1539033" y="1516933"/>
            <a:ext cx="5293200" cy="18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i-FI"/>
              <a:t>Muokkaa ots. perustyyl. napsautt.</a:t>
            </a:r>
            <a:endParaRPr/>
          </a:p>
        </p:txBody>
      </p:sp>
      <p:sp>
        <p:nvSpPr>
          <p:cNvPr id="111" name="Google Shape;111;p7"/>
          <p:cNvSpPr txBox="1"/>
          <p:nvPr/>
        </p:nvSpPr>
        <p:spPr>
          <a:xfrm>
            <a:off x="946833" y="994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2" name="Google Shape;112;p7"/>
          <p:cNvSpPr txBox="1"/>
          <p:nvPr/>
        </p:nvSpPr>
        <p:spPr>
          <a:xfrm>
            <a:off x="946833" y="1346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3" name="Google Shape;113;p7"/>
          <p:cNvSpPr txBox="1"/>
          <p:nvPr/>
        </p:nvSpPr>
        <p:spPr>
          <a:xfrm>
            <a:off x="946833" y="1697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4" name="Google Shape;114;p7"/>
          <p:cNvSpPr txBox="1"/>
          <p:nvPr/>
        </p:nvSpPr>
        <p:spPr>
          <a:xfrm>
            <a:off x="946833" y="2049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5" name="Google Shape;115;p7"/>
          <p:cNvSpPr txBox="1"/>
          <p:nvPr/>
        </p:nvSpPr>
        <p:spPr>
          <a:xfrm>
            <a:off x="946833" y="2401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946833" y="2752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946833" y="3104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946833" y="3455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946833" y="3807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946833" y="4159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946833" y="4510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946833" y="4862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946833" y="5213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946833" y="5565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3018106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/>
          <p:nvPr/>
        </p:nvSpPr>
        <p:spPr>
          <a:xfrm>
            <a:off x="0" y="723433"/>
            <a:ext cx="12192000" cy="541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7" name="Google Shape;127;p8"/>
          <p:cNvSpPr/>
          <p:nvPr/>
        </p:nvSpPr>
        <p:spPr>
          <a:xfrm>
            <a:off x="0" y="0"/>
            <a:ext cx="6096000" cy="790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8" name="Google Shape;128;p8"/>
          <p:cNvSpPr txBox="1">
            <a:spLocks noGrp="1"/>
          </p:cNvSpPr>
          <p:nvPr>
            <p:ph type="title"/>
          </p:nvPr>
        </p:nvSpPr>
        <p:spPr>
          <a:xfrm>
            <a:off x="3564467" y="1592200"/>
            <a:ext cx="5708400" cy="21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fi-FI"/>
              <a:t>Muokkaa ots. perustyyl. napsautt.</a:t>
            </a:r>
            <a:endParaRPr/>
          </a:p>
        </p:txBody>
      </p:sp>
      <p:sp>
        <p:nvSpPr>
          <p:cNvPr id="129" name="Google Shape;129;p8"/>
          <p:cNvSpPr txBox="1"/>
          <p:nvPr/>
        </p:nvSpPr>
        <p:spPr>
          <a:xfrm>
            <a:off x="946833" y="994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0" name="Google Shape;130;p8"/>
          <p:cNvSpPr txBox="1"/>
          <p:nvPr/>
        </p:nvSpPr>
        <p:spPr>
          <a:xfrm>
            <a:off x="946833" y="1346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1" name="Google Shape;131;p8"/>
          <p:cNvSpPr txBox="1"/>
          <p:nvPr/>
        </p:nvSpPr>
        <p:spPr>
          <a:xfrm>
            <a:off x="946833" y="1697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946833" y="2049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946833" y="2401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946833" y="2752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5" name="Google Shape;135;p8"/>
          <p:cNvSpPr txBox="1"/>
          <p:nvPr/>
        </p:nvSpPr>
        <p:spPr>
          <a:xfrm>
            <a:off x="946833" y="3104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946833" y="3455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946833" y="3807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946833" y="4159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946833" y="4510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946833" y="4862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946833" y="5213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946833" y="5565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1402284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/>
          <p:nvPr/>
        </p:nvSpPr>
        <p:spPr>
          <a:xfrm>
            <a:off x="0" y="723433"/>
            <a:ext cx="12192000" cy="541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5" name="Google Shape;145;p9"/>
          <p:cNvSpPr/>
          <p:nvPr/>
        </p:nvSpPr>
        <p:spPr>
          <a:xfrm>
            <a:off x="0" y="0"/>
            <a:ext cx="6096000" cy="790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1508667" y="828333"/>
            <a:ext cx="5393600" cy="70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r>
              <a:rPr lang="fi-FI"/>
              <a:t>Muokkaa ots. perustyyl. napsautt.</a:t>
            </a:r>
            <a:endParaRPr/>
          </a:p>
        </p:txBody>
      </p:sp>
      <p:sp>
        <p:nvSpPr>
          <p:cNvPr id="147" name="Google Shape;147;p9"/>
          <p:cNvSpPr txBox="1">
            <a:spLocks noGrp="1"/>
          </p:cNvSpPr>
          <p:nvPr>
            <p:ph type="subTitle" idx="1"/>
          </p:nvPr>
        </p:nvSpPr>
        <p:spPr>
          <a:xfrm>
            <a:off x="2124467" y="2099267"/>
            <a:ext cx="7385600" cy="187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148" name="Google Shape;148;p9"/>
          <p:cNvSpPr txBox="1"/>
          <p:nvPr/>
        </p:nvSpPr>
        <p:spPr>
          <a:xfrm>
            <a:off x="946833" y="994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9" name="Google Shape;149;p9"/>
          <p:cNvSpPr txBox="1"/>
          <p:nvPr/>
        </p:nvSpPr>
        <p:spPr>
          <a:xfrm>
            <a:off x="946833" y="1346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946833" y="1697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946833" y="2049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946833" y="2401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946833" y="2752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4" name="Google Shape;154;p9"/>
          <p:cNvSpPr txBox="1"/>
          <p:nvPr/>
        </p:nvSpPr>
        <p:spPr>
          <a:xfrm>
            <a:off x="946833" y="3104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946833" y="3455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946833" y="3807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946833" y="4159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946833" y="4510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946833" y="4862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946833" y="5213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946833" y="5565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255465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>
            <a:spLocks noGrp="1"/>
          </p:cNvSpPr>
          <p:nvPr>
            <p:ph type="title"/>
          </p:nvPr>
        </p:nvSpPr>
        <p:spPr>
          <a:xfrm>
            <a:off x="946833" y="723433"/>
            <a:ext cx="5149200" cy="190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r>
              <a:rPr lang="fi-FI"/>
              <a:t>Muokkaa ots. perustyyl. napsautt.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67642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/>
          <p:nvPr/>
        </p:nvSpPr>
        <p:spPr>
          <a:xfrm>
            <a:off x="0" y="723433"/>
            <a:ext cx="12192000" cy="541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6" name="Google Shape;166;p11"/>
          <p:cNvSpPr/>
          <p:nvPr/>
        </p:nvSpPr>
        <p:spPr>
          <a:xfrm>
            <a:off x="0" y="0"/>
            <a:ext cx="6096000" cy="790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7" name="Google Shape;167;p11"/>
          <p:cNvSpPr txBox="1">
            <a:spLocks noGrp="1"/>
          </p:cNvSpPr>
          <p:nvPr>
            <p:ph type="title" hasCustomPrompt="1"/>
          </p:nvPr>
        </p:nvSpPr>
        <p:spPr>
          <a:xfrm>
            <a:off x="1445633" y="1748567"/>
            <a:ext cx="8505600" cy="135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68" name="Google Shape;168;p11"/>
          <p:cNvSpPr txBox="1">
            <a:spLocks noGrp="1"/>
          </p:cNvSpPr>
          <p:nvPr>
            <p:ph type="body" idx="1"/>
          </p:nvPr>
        </p:nvSpPr>
        <p:spPr>
          <a:xfrm>
            <a:off x="2072300" y="3315900"/>
            <a:ext cx="8918800" cy="7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>
                <a:solidFill>
                  <a:schemeClr val="accent3"/>
                </a:solidFill>
              </a:defRPr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169" name="Google Shape;169;p11"/>
          <p:cNvSpPr txBox="1"/>
          <p:nvPr/>
        </p:nvSpPr>
        <p:spPr>
          <a:xfrm>
            <a:off x="946833" y="994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0" name="Google Shape;170;p11"/>
          <p:cNvSpPr txBox="1"/>
          <p:nvPr/>
        </p:nvSpPr>
        <p:spPr>
          <a:xfrm>
            <a:off x="946833" y="1346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1" name="Google Shape;171;p11"/>
          <p:cNvSpPr txBox="1"/>
          <p:nvPr/>
        </p:nvSpPr>
        <p:spPr>
          <a:xfrm>
            <a:off x="946833" y="1697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2" name="Google Shape;172;p11"/>
          <p:cNvSpPr txBox="1"/>
          <p:nvPr/>
        </p:nvSpPr>
        <p:spPr>
          <a:xfrm>
            <a:off x="946833" y="2049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3" name="Google Shape;173;p11"/>
          <p:cNvSpPr txBox="1"/>
          <p:nvPr/>
        </p:nvSpPr>
        <p:spPr>
          <a:xfrm>
            <a:off x="946833" y="2401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4" name="Google Shape;174;p11"/>
          <p:cNvSpPr txBox="1"/>
          <p:nvPr/>
        </p:nvSpPr>
        <p:spPr>
          <a:xfrm>
            <a:off x="946833" y="2752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5" name="Google Shape;175;p11"/>
          <p:cNvSpPr txBox="1"/>
          <p:nvPr/>
        </p:nvSpPr>
        <p:spPr>
          <a:xfrm>
            <a:off x="946833" y="3104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6" name="Google Shape;176;p11"/>
          <p:cNvSpPr txBox="1"/>
          <p:nvPr/>
        </p:nvSpPr>
        <p:spPr>
          <a:xfrm>
            <a:off x="946833" y="3455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946833" y="3807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8" name="Google Shape;178;p11"/>
          <p:cNvSpPr txBox="1"/>
          <p:nvPr/>
        </p:nvSpPr>
        <p:spPr>
          <a:xfrm>
            <a:off x="946833" y="4159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9" name="Google Shape;179;p11"/>
          <p:cNvSpPr txBox="1"/>
          <p:nvPr/>
        </p:nvSpPr>
        <p:spPr>
          <a:xfrm>
            <a:off x="946833" y="4510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0" name="Google Shape;180;p11"/>
          <p:cNvSpPr txBox="1"/>
          <p:nvPr/>
        </p:nvSpPr>
        <p:spPr>
          <a:xfrm>
            <a:off x="946833" y="4862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946833" y="5213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2" name="Google Shape;182;p11"/>
          <p:cNvSpPr txBox="1"/>
          <p:nvPr/>
        </p:nvSpPr>
        <p:spPr>
          <a:xfrm>
            <a:off x="946833" y="5565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2429534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2008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/>
          <p:nvPr/>
        </p:nvSpPr>
        <p:spPr>
          <a:xfrm>
            <a:off x="0" y="723433"/>
            <a:ext cx="12192000" cy="541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6" name="Google Shape;186;p13"/>
          <p:cNvSpPr/>
          <p:nvPr/>
        </p:nvSpPr>
        <p:spPr>
          <a:xfrm>
            <a:off x="6096000" y="0"/>
            <a:ext cx="6096000" cy="83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7" name="Google Shape;187;p13"/>
          <p:cNvSpPr txBox="1">
            <a:spLocks noGrp="1"/>
          </p:cNvSpPr>
          <p:nvPr>
            <p:ph type="title" hasCustomPrompt="1"/>
          </p:nvPr>
        </p:nvSpPr>
        <p:spPr>
          <a:xfrm flipH="1">
            <a:off x="1947267" y="1915617"/>
            <a:ext cx="1162800" cy="4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1"/>
          </p:nvPr>
        </p:nvSpPr>
        <p:spPr>
          <a:xfrm>
            <a:off x="3110067" y="2366817"/>
            <a:ext cx="4172000" cy="65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subTitle" idx="2"/>
          </p:nvPr>
        </p:nvSpPr>
        <p:spPr>
          <a:xfrm>
            <a:off x="3110067" y="1915633"/>
            <a:ext cx="4172000" cy="4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title" idx="3" hasCustomPrompt="1"/>
          </p:nvPr>
        </p:nvSpPr>
        <p:spPr>
          <a:xfrm flipH="1">
            <a:off x="3800167" y="3226483"/>
            <a:ext cx="1162800" cy="4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91" name="Google Shape;191;p13"/>
          <p:cNvSpPr txBox="1">
            <a:spLocks noGrp="1"/>
          </p:cNvSpPr>
          <p:nvPr>
            <p:ph type="subTitle" idx="4"/>
          </p:nvPr>
        </p:nvSpPr>
        <p:spPr>
          <a:xfrm>
            <a:off x="4962967" y="3673951"/>
            <a:ext cx="4172000" cy="65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5"/>
          </p:nvPr>
        </p:nvSpPr>
        <p:spPr>
          <a:xfrm>
            <a:off x="4962967" y="3226467"/>
            <a:ext cx="4172000" cy="4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>
                <a:solidFill>
                  <a:schemeClr val="l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title" idx="6" hasCustomPrompt="1"/>
          </p:nvPr>
        </p:nvSpPr>
        <p:spPr>
          <a:xfrm flipH="1">
            <a:off x="5657167" y="4533616"/>
            <a:ext cx="1162800" cy="4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94" name="Google Shape;194;p13"/>
          <p:cNvSpPr txBox="1">
            <a:spLocks noGrp="1"/>
          </p:cNvSpPr>
          <p:nvPr>
            <p:ph type="subTitle" idx="7"/>
          </p:nvPr>
        </p:nvSpPr>
        <p:spPr>
          <a:xfrm>
            <a:off x="6819967" y="4984791"/>
            <a:ext cx="4172000" cy="65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195" name="Google Shape;195;p13"/>
          <p:cNvSpPr txBox="1">
            <a:spLocks noGrp="1"/>
          </p:cNvSpPr>
          <p:nvPr>
            <p:ph type="subTitle" idx="8"/>
          </p:nvPr>
        </p:nvSpPr>
        <p:spPr>
          <a:xfrm>
            <a:off x="6819967" y="4533600"/>
            <a:ext cx="4172000" cy="4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196" name="Google Shape;196;p13"/>
          <p:cNvSpPr txBox="1"/>
          <p:nvPr/>
        </p:nvSpPr>
        <p:spPr>
          <a:xfrm>
            <a:off x="946833" y="994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7" name="Google Shape;197;p13"/>
          <p:cNvSpPr txBox="1"/>
          <p:nvPr/>
        </p:nvSpPr>
        <p:spPr>
          <a:xfrm>
            <a:off x="946833" y="1346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8" name="Google Shape;198;p13"/>
          <p:cNvSpPr txBox="1"/>
          <p:nvPr/>
        </p:nvSpPr>
        <p:spPr>
          <a:xfrm>
            <a:off x="946833" y="1697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9" name="Google Shape;199;p13"/>
          <p:cNvSpPr txBox="1"/>
          <p:nvPr/>
        </p:nvSpPr>
        <p:spPr>
          <a:xfrm>
            <a:off x="946833" y="2049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0" name="Google Shape;200;p13"/>
          <p:cNvSpPr txBox="1"/>
          <p:nvPr/>
        </p:nvSpPr>
        <p:spPr>
          <a:xfrm>
            <a:off x="946833" y="2401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1" name="Google Shape;201;p13"/>
          <p:cNvSpPr txBox="1"/>
          <p:nvPr/>
        </p:nvSpPr>
        <p:spPr>
          <a:xfrm>
            <a:off x="946833" y="2752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2" name="Google Shape;202;p13"/>
          <p:cNvSpPr txBox="1"/>
          <p:nvPr/>
        </p:nvSpPr>
        <p:spPr>
          <a:xfrm>
            <a:off x="946833" y="3104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3" name="Google Shape;203;p13"/>
          <p:cNvSpPr txBox="1"/>
          <p:nvPr/>
        </p:nvSpPr>
        <p:spPr>
          <a:xfrm>
            <a:off x="946833" y="3455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4" name="Google Shape;204;p13"/>
          <p:cNvSpPr txBox="1"/>
          <p:nvPr/>
        </p:nvSpPr>
        <p:spPr>
          <a:xfrm>
            <a:off x="946833" y="3807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5" name="Google Shape;205;p13"/>
          <p:cNvSpPr txBox="1"/>
          <p:nvPr/>
        </p:nvSpPr>
        <p:spPr>
          <a:xfrm>
            <a:off x="946833" y="4159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946833" y="4510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7" name="Google Shape;207;p13"/>
          <p:cNvSpPr txBox="1"/>
          <p:nvPr/>
        </p:nvSpPr>
        <p:spPr>
          <a:xfrm>
            <a:off x="946833" y="4862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8" name="Google Shape;208;p13"/>
          <p:cNvSpPr txBox="1"/>
          <p:nvPr/>
        </p:nvSpPr>
        <p:spPr>
          <a:xfrm>
            <a:off x="946833" y="5213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9" name="Google Shape;209;p13"/>
          <p:cNvSpPr txBox="1"/>
          <p:nvPr/>
        </p:nvSpPr>
        <p:spPr>
          <a:xfrm>
            <a:off x="946833" y="5565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0" name="Google Shape;210;p13"/>
          <p:cNvSpPr txBox="1">
            <a:spLocks noGrp="1"/>
          </p:cNvSpPr>
          <p:nvPr>
            <p:ph type="title" idx="9"/>
          </p:nvPr>
        </p:nvSpPr>
        <p:spPr>
          <a:xfrm>
            <a:off x="1524333" y="776933"/>
            <a:ext cx="9720800" cy="7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i-FI"/>
              <a:t>Muokkaa ots. perustyyl. napsautt.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929172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"/>
          <p:cNvSpPr/>
          <p:nvPr/>
        </p:nvSpPr>
        <p:spPr>
          <a:xfrm>
            <a:off x="0" y="723433"/>
            <a:ext cx="12192000" cy="541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3" name="Google Shape;213;p14"/>
          <p:cNvSpPr/>
          <p:nvPr/>
        </p:nvSpPr>
        <p:spPr>
          <a:xfrm>
            <a:off x="6096000" y="0"/>
            <a:ext cx="6096000" cy="83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4" name="Google Shape;214;p14"/>
          <p:cNvSpPr txBox="1">
            <a:spLocks noGrp="1"/>
          </p:cNvSpPr>
          <p:nvPr>
            <p:ph type="title"/>
          </p:nvPr>
        </p:nvSpPr>
        <p:spPr>
          <a:xfrm>
            <a:off x="2337267" y="4006800"/>
            <a:ext cx="81456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24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r>
              <a:rPr lang="fi-FI"/>
              <a:t>Muokkaa ots. perustyyl. napsautt.</a:t>
            </a:r>
            <a:endParaRPr/>
          </a:p>
        </p:txBody>
      </p:sp>
      <p:sp>
        <p:nvSpPr>
          <p:cNvPr id="215" name="Google Shape;215;p14"/>
          <p:cNvSpPr txBox="1">
            <a:spLocks noGrp="1"/>
          </p:cNvSpPr>
          <p:nvPr>
            <p:ph type="subTitle" idx="1"/>
          </p:nvPr>
        </p:nvSpPr>
        <p:spPr>
          <a:xfrm>
            <a:off x="2337267" y="2353200"/>
            <a:ext cx="8145600" cy="165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667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216" name="Google Shape;216;p14"/>
          <p:cNvSpPr txBox="1"/>
          <p:nvPr/>
        </p:nvSpPr>
        <p:spPr>
          <a:xfrm>
            <a:off x="946833" y="994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7" name="Google Shape;217;p14"/>
          <p:cNvSpPr txBox="1"/>
          <p:nvPr/>
        </p:nvSpPr>
        <p:spPr>
          <a:xfrm>
            <a:off x="946833" y="1346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8" name="Google Shape;218;p14"/>
          <p:cNvSpPr txBox="1"/>
          <p:nvPr/>
        </p:nvSpPr>
        <p:spPr>
          <a:xfrm>
            <a:off x="946833" y="1697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9" name="Google Shape;219;p14"/>
          <p:cNvSpPr txBox="1"/>
          <p:nvPr/>
        </p:nvSpPr>
        <p:spPr>
          <a:xfrm>
            <a:off x="946833" y="2049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0" name="Google Shape;220;p14"/>
          <p:cNvSpPr txBox="1"/>
          <p:nvPr/>
        </p:nvSpPr>
        <p:spPr>
          <a:xfrm>
            <a:off x="946833" y="2401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1" name="Google Shape;221;p14"/>
          <p:cNvSpPr txBox="1"/>
          <p:nvPr/>
        </p:nvSpPr>
        <p:spPr>
          <a:xfrm>
            <a:off x="946833" y="2752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2" name="Google Shape;222;p14"/>
          <p:cNvSpPr txBox="1"/>
          <p:nvPr/>
        </p:nvSpPr>
        <p:spPr>
          <a:xfrm>
            <a:off x="946833" y="3104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3" name="Google Shape;223;p14"/>
          <p:cNvSpPr txBox="1"/>
          <p:nvPr/>
        </p:nvSpPr>
        <p:spPr>
          <a:xfrm>
            <a:off x="946833" y="3455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4" name="Google Shape;224;p14"/>
          <p:cNvSpPr txBox="1"/>
          <p:nvPr/>
        </p:nvSpPr>
        <p:spPr>
          <a:xfrm>
            <a:off x="946833" y="3807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5" name="Google Shape;225;p14"/>
          <p:cNvSpPr txBox="1"/>
          <p:nvPr/>
        </p:nvSpPr>
        <p:spPr>
          <a:xfrm>
            <a:off x="946833" y="4159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6" name="Google Shape;226;p14"/>
          <p:cNvSpPr txBox="1"/>
          <p:nvPr/>
        </p:nvSpPr>
        <p:spPr>
          <a:xfrm>
            <a:off x="946833" y="4510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7" name="Google Shape;227;p14"/>
          <p:cNvSpPr txBox="1"/>
          <p:nvPr/>
        </p:nvSpPr>
        <p:spPr>
          <a:xfrm>
            <a:off x="946833" y="4862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8" name="Google Shape;228;p14"/>
          <p:cNvSpPr txBox="1"/>
          <p:nvPr/>
        </p:nvSpPr>
        <p:spPr>
          <a:xfrm>
            <a:off x="946833" y="5213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9" name="Google Shape;229;p14"/>
          <p:cNvSpPr txBox="1"/>
          <p:nvPr/>
        </p:nvSpPr>
        <p:spPr>
          <a:xfrm>
            <a:off x="946833" y="5565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12809279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"/>
          <p:cNvSpPr/>
          <p:nvPr/>
        </p:nvSpPr>
        <p:spPr>
          <a:xfrm>
            <a:off x="0" y="723433"/>
            <a:ext cx="12192000" cy="541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2" name="Google Shape;232;p15"/>
          <p:cNvSpPr/>
          <p:nvPr/>
        </p:nvSpPr>
        <p:spPr>
          <a:xfrm>
            <a:off x="6096000" y="0"/>
            <a:ext cx="6096000" cy="83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3" name="Google Shape;233;p15"/>
          <p:cNvSpPr txBox="1">
            <a:spLocks noGrp="1"/>
          </p:cNvSpPr>
          <p:nvPr>
            <p:ph type="subTitle" idx="1"/>
          </p:nvPr>
        </p:nvSpPr>
        <p:spPr>
          <a:xfrm>
            <a:off x="4591667" y="4828359"/>
            <a:ext cx="6680400" cy="76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234" name="Google Shape;234;p15"/>
          <p:cNvSpPr txBox="1">
            <a:spLocks noGrp="1"/>
          </p:cNvSpPr>
          <p:nvPr>
            <p:ph type="subTitle" idx="2"/>
          </p:nvPr>
        </p:nvSpPr>
        <p:spPr>
          <a:xfrm>
            <a:off x="4068333" y="3517800"/>
            <a:ext cx="6680400" cy="76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235" name="Google Shape;235;p15"/>
          <p:cNvSpPr txBox="1">
            <a:spLocks noGrp="1"/>
          </p:cNvSpPr>
          <p:nvPr>
            <p:ph type="subTitle" idx="3"/>
          </p:nvPr>
        </p:nvSpPr>
        <p:spPr>
          <a:xfrm>
            <a:off x="4068333" y="3107233"/>
            <a:ext cx="6680400" cy="4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236" name="Google Shape;236;p15"/>
          <p:cNvSpPr txBox="1">
            <a:spLocks noGrp="1"/>
          </p:cNvSpPr>
          <p:nvPr>
            <p:ph type="subTitle" idx="4"/>
          </p:nvPr>
        </p:nvSpPr>
        <p:spPr>
          <a:xfrm>
            <a:off x="3499633" y="2207267"/>
            <a:ext cx="6680400" cy="76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237" name="Google Shape;237;p15"/>
          <p:cNvSpPr txBox="1">
            <a:spLocks noGrp="1"/>
          </p:cNvSpPr>
          <p:nvPr>
            <p:ph type="subTitle" idx="5"/>
          </p:nvPr>
        </p:nvSpPr>
        <p:spPr>
          <a:xfrm>
            <a:off x="3499633" y="1796700"/>
            <a:ext cx="6680400" cy="4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238" name="Google Shape;238;p15"/>
          <p:cNvSpPr txBox="1">
            <a:spLocks noGrp="1"/>
          </p:cNvSpPr>
          <p:nvPr>
            <p:ph type="subTitle" idx="6"/>
          </p:nvPr>
        </p:nvSpPr>
        <p:spPr>
          <a:xfrm>
            <a:off x="4591667" y="4417800"/>
            <a:ext cx="6680400" cy="4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239" name="Google Shape;239;p15"/>
          <p:cNvSpPr txBox="1"/>
          <p:nvPr/>
        </p:nvSpPr>
        <p:spPr>
          <a:xfrm>
            <a:off x="946833" y="994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0" name="Google Shape;240;p15"/>
          <p:cNvSpPr txBox="1"/>
          <p:nvPr/>
        </p:nvSpPr>
        <p:spPr>
          <a:xfrm>
            <a:off x="946833" y="1346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1" name="Google Shape;241;p15"/>
          <p:cNvSpPr txBox="1"/>
          <p:nvPr/>
        </p:nvSpPr>
        <p:spPr>
          <a:xfrm>
            <a:off x="946833" y="1697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2" name="Google Shape;242;p15"/>
          <p:cNvSpPr txBox="1"/>
          <p:nvPr/>
        </p:nvSpPr>
        <p:spPr>
          <a:xfrm>
            <a:off x="946833" y="2049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3" name="Google Shape;243;p15"/>
          <p:cNvSpPr txBox="1"/>
          <p:nvPr/>
        </p:nvSpPr>
        <p:spPr>
          <a:xfrm>
            <a:off x="946833" y="2401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4" name="Google Shape;244;p15"/>
          <p:cNvSpPr txBox="1"/>
          <p:nvPr/>
        </p:nvSpPr>
        <p:spPr>
          <a:xfrm>
            <a:off x="946833" y="2752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5" name="Google Shape;245;p15"/>
          <p:cNvSpPr txBox="1"/>
          <p:nvPr/>
        </p:nvSpPr>
        <p:spPr>
          <a:xfrm>
            <a:off x="946833" y="3104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6" name="Google Shape;246;p15"/>
          <p:cNvSpPr txBox="1"/>
          <p:nvPr/>
        </p:nvSpPr>
        <p:spPr>
          <a:xfrm>
            <a:off x="946833" y="3455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7" name="Google Shape;247;p15"/>
          <p:cNvSpPr txBox="1"/>
          <p:nvPr/>
        </p:nvSpPr>
        <p:spPr>
          <a:xfrm>
            <a:off x="946833" y="3807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8" name="Google Shape;248;p15"/>
          <p:cNvSpPr txBox="1"/>
          <p:nvPr/>
        </p:nvSpPr>
        <p:spPr>
          <a:xfrm>
            <a:off x="946833" y="4159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9" name="Google Shape;249;p15"/>
          <p:cNvSpPr txBox="1"/>
          <p:nvPr/>
        </p:nvSpPr>
        <p:spPr>
          <a:xfrm>
            <a:off x="946833" y="4510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0" name="Google Shape;250;p15"/>
          <p:cNvSpPr txBox="1"/>
          <p:nvPr/>
        </p:nvSpPr>
        <p:spPr>
          <a:xfrm>
            <a:off x="946833" y="4862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1" name="Google Shape;251;p15"/>
          <p:cNvSpPr txBox="1"/>
          <p:nvPr/>
        </p:nvSpPr>
        <p:spPr>
          <a:xfrm>
            <a:off x="946833" y="5213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2" name="Google Shape;252;p15"/>
          <p:cNvSpPr txBox="1"/>
          <p:nvPr/>
        </p:nvSpPr>
        <p:spPr>
          <a:xfrm>
            <a:off x="946833" y="5565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3" name="Google Shape;253;p15"/>
          <p:cNvSpPr txBox="1">
            <a:spLocks noGrp="1"/>
          </p:cNvSpPr>
          <p:nvPr>
            <p:ph type="title"/>
          </p:nvPr>
        </p:nvSpPr>
        <p:spPr>
          <a:xfrm>
            <a:off x="1524333" y="776933"/>
            <a:ext cx="9720800" cy="7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i-FI"/>
              <a:t>Muokkaa ots. perustyyl. napsautt.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795583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"/>
          <p:cNvSpPr/>
          <p:nvPr/>
        </p:nvSpPr>
        <p:spPr>
          <a:xfrm>
            <a:off x="0" y="723433"/>
            <a:ext cx="12192000" cy="541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6" name="Google Shape;256;p16"/>
          <p:cNvSpPr/>
          <p:nvPr/>
        </p:nvSpPr>
        <p:spPr>
          <a:xfrm>
            <a:off x="6096000" y="0"/>
            <a:ext cx="6096000" cy="83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7" name="Google Shape;257;p16"/>
          <p:cNvSpPr txBox="1">
            <a:spLocks noGrp="1"/>
          </p:cNvSpPr>
          <p:nvPr>
            <p:ph type="subTitle" idx="1"/>
          </p:nvPr>
        </p:nvSpPr>
        <p:spPr>
          <a:xfrm>
            <a:off x="7461641" y="2356739"/>
            <a:ext cx="3107600" cy="8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258" name="Google Shape;258;p16"/>
          <p:cNvSpPr txBox="1">
            <a:spLocks noGrp="1"/>
          </p:cNvSpPr>
          <p:nvPr>
            <p:ph type="subTitle" idx="2"/>
          </p:nvPr>
        </p:nvSpPr>
        <p:spPr>
          <a:xfrm>
            <a:off x="3326300" y="2356744"/>
            <a:ext cx="3107600" cy="8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259" name="Google Shape;259;p16"/>
          <p:cNvSpPr txBox="1">
            <a:spLocks noGrp="1"/>
          </p:cNvSpPr>
          <p:nvPr>
            <p:ph type="subTitle" idx="3"/>
          </p:nvPr>
        </p:nvSpPr>
        <p:spPr>
          <a:xfrm>
            <a:off x="3326300" y="1852884"/>
            <a:ext cx="3107600" cy="4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260" name="Google Shape;260;p16"/>
          <p:cNvSpPr txBox="1">
            <a:spLocks noGrp="1"/>
          </p:cNvSpPr>
          <p:nvPr>
            <p:ph type="subTitle" idx="4"/>
          </p:nvPr>
        </p:nvSpPr>
        <p:spPr>
          <a:xfrm>
            <a:off x="7461633" y="1852884"/>
            <a:ext cx="3107600" cy="4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261" name="Google Shape;261;p16"/>
          <p:cNvSpPr txBox="1">
            <a:spLocks noGrp="1"/>
          </p:cNvSpPr>
          <p:nvPr>
            <p:ph type="subTitle" idx="5"/>
          </p:nvPr>
        </p:nvSpPr>
        <p:spPr>
          <a:xfrm>
            <a:off x="8040041" y="4495105"/>
            <a:ext cx="3107600" cy="8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262" name="Google Shape;262;p16"/>
          <p:cNvSpPr txBox="1">
            <a:spLocks noGrp="1"/>
          </p:cNvSpPr>
          <p:nvPr>
            <p:ph type="subTitle" idx="6"/>
          </p:nvPr>
        </p:nvSpPr>
        <p:spPr>
          <a:xfrm>
            <a:off x="3904700" y="4495111"/>
            <a:ext cx="3107600" cy="8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263" name="Google Shape;263;p16"/>
          <p:cNvSpPr txBox="1">
            <a:spLocks noGrp="1"/>
          </p:cNvSpPr>
          <p:nvPr>
            <p:ph type="subTitle" idx="7"/>
          </p:nvPr>
        </p:nvSpPr>
        <p:spPr>
          <a:xfrm>
            <a:off x="3904700" y="3991251"/>
            <a:ext cx="3107600" cy="4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264" name="Google Shape;264;p16"/>
          <p:cNvSpPr txBox="1">
            <a:spLocks noGrp="1"/>
          </p:cNvSpPr>
          <p:nvPr>
            <p:ph type="subTitle" idx="8"/>
          </p:nvPr>
        </p:nvSpPr>
        <p:spPr>
          <a:xfrm>
            <a:off x="8040033" y="3991251"/>
            <a:ext cx="3107600" cy="4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265" name="Google Shape;265;p16"/>
          <p:cNvSpPr txBox="1"/>
          <p:nvPr/>
        </p:nvSpPr>
        <p:spPr>
          <a:xfrm>
            <a:off x="946833" y="994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6" name="Google Shape;266;p16"/>
          <p:cNvSpPr txBox="1"/>
          <p:nvPr/>
        </p:nvSpPr>
        <p:spPr>
          <a:xfrm>
            <a:off x="946833" y="1346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7" name="Google Shape;267;p16"/>
          <p:cNvSpPr txBox="1"/>
          <p:nvPr/>
        </p:nvSpPr>
        <p:spPr>
          <a:xfrm>
            <a:off x="946833" y="1697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8" name="Google Shape;268;p16"/>
          <p:cNvSpPr txBox="1"/>
          <p:nvPr/>
        </p:nvSpPr>
        <p:spPr>
          <a:xfrm>
            <a:off x="946833" y="2049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9" name="Google Shape;269;p16"/>
          <p:cNvSpPr txBox="1"/>
          <p:nvPr/>
        </p:nvSpPr>
        <p:spPr>
          <a:xfrm>
            <a:off x="946833" y="2401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0" name="Google Shape;270;p16"/>
          <p:cNvSpPr txBox="1"/>
          <p:nvPr/>
        </p:nvSpPr>
        <p:spPr>
          <a:xfrm>
            <a:off x="946833" y="2752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1" name="Google Shape;271;p16"/>
          <p:cNvSpPr txBox="1"/>
          <p:nvPr/>
        </p:nvSpPr>
        <p:spPr>
          <a:xfrm>
            <a:off x="946833" y="3104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2" name="Google Shape;272;p16"/>
          <p:cNvSpPr txBox="1"/>
          <p:nvPr/>
        </p:nvSpPr>
        <p:spPr>
          <a:xfrm>
            <a:off x="946833" y="3455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3" name="Google Shape;273;p16"/>
          <p:cNvSpPr txBox="1"/>
          <p:nvPr/>
        </p:nvSpPr>
        <p:spPr>
          <a:xfrm>
            <a:off x="946833" y="3807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4" name="Google Shape;274;p16"/>
          <p:cNvSpPr txBox="1"/>
          <p:nvPr/>
        </p:nvSpPr>
        <p:spPr>
          <a:xfrm>
            <a:off x="946833" y="4159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5" name="Google Shape;275;p16"/>
          <p:cNvSpPr txBox="1"/>
          <p:nvPr/>
        </p:nvSpPr>
        <p:spPr>
          <a:xfrm>
            <a:off x="946833" y="4510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6" name="Google Shape;276;p16"/>
          <p:cNvSpPr txBox="1"/>
          <p:nvPr/>
        </p:nvSpPr>
        <p:spPr>
          <a:xfrm>
            <a:off x="946833" y="4862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7" name="Google Shape;277;p16"/>
          <p:cNvSpPr txBox="1"/>
          <p:nvPr/>
        </p:nvSpPr>
        <p:spPr>
          <a:xfrm>
            <a:off x="946833" y="5213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8" name="Google Shape;278;p16"/>
          <p:cNvSpPr txBox="1"/>
          <p:nvPr/>
        </p:nvSpPr>
        <p:spPr>
          <a:xfrm>
            <a:off x="946833" y="5565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9" name="Google Shape;279;p16"/>
          <p:cNvSpPr txBox="1">
            <a:spLocks noGrp="1"/>
          </p:cNvSpPr>
          <p:nvPr>
            <p:ph type="title"/>
          </p:nvPr>
        </p:nvSpPr>
        <p:spPr>
          <a:xfrm>
            <a:off x="1524333" y="776933"/>
            <a:ext cx="9720800" cy="7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i-FI"/>
              <a:t>Muokkaa ots. perustyyl. napsautt.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162897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7"/>
          <p:cNvSpPr/>
          <p:nvPr/>
        </p:nvSpPr>
        <p:spPr>
          <a:xfrm>
            <a:off x="0" y="723433"/>
            <a:ext cx="12192000" cy="541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2" name="Google Shape;282;p17"/>
          <p:cNvSpPr/>
          <p:nvPr/>
        </p:nvSpPr>
        <p:spPr>
          <a:xfrm>
            <a:off x="6096000" y="0"/>
            <a:ext cx="6096000" cy="83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3" name="Google Shape;283;p17"/>
          <p:cNvSpPr txBox="1">
            <a:spLocks noGrp="1"/>
          </p:cNvSpPr>
          <p:nvPr>
            <p:ph type="subTitle" idx="1"/>
          </p:nvPr>
        </p:nvSpPr>
        <p:spPr>
          <a:xfrm>
            <a:off x="2239233" y="2116859"/>
            <a:ext cx="3345200" cy="70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284" name="Google Shape;284;p17"/>
          <p:cNvSpPr txBox="1">
            <a:spLocks noGrp="1"/>
          </p:cNvSpPr>
          <p:nvPr>
            <p:ph type="subTitle" idx="2"/>
          </p:nvPr>
        </p:nvSpPr>
        <p:spPr>
          <a:xfrm>
            <a:off x="2239233" y="1693200"/>
            <a:ext cx="3345200" cy="4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285" name="Google Shape;285;p17"/>
          <p:cNvSpPr txBox="1">
            <a:spLocks noGrp="1"/>
          </p:cNvSpPr>
          <p:nvPr>
            <p:ph type="subTitle" idx="3"/>
          </p:nvPr>
        </p:nvSpPr>
        <p:spPr>
          <a:xfrm>
            <a:off x="3381713" y="4721801"/>
            <a:ext cx="3345200" cy="70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286" name="Google Shape;286;p17"/>
          <p:cNvSpPr txBox="1">
            <a:spLocks noGrp="1"/>
          </p:cNvSpPr>
          <p:nvPr>
            <p:ph type="subTitle" idx="4"/>
          </p:nvPr>
        </p:nvSpPr>
        <p:spPr>
          <a:xfrm>
            <a:off x="3381715" y="4295267"/>
            <a:ext cx="3345200" cy="4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287" name="Google Shape;287;p17"/>
          <p:cNvSpPr txBox="1">
            <a:spLocks noGrp="1"/>
          </p:cNvSpPr>
          <p:nvPr>
            <p:ph type="subTitle" idx="5"/>
          </p:nvPr>
        </p:nvSpPr>
        <p:spPr>
          <a:xfrm>
            <a:off x="6658800" y="2103568"/>
            <a:ext cx="3345200" cy="70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288" name="Google Shape;288;p17"/>
          <p:cNvSpPr txBox="1">
            <a:spLocks noGrp="1"/>
          </p:cNvSpPr>
          <p:nvPr>
            <p:ph type="subTitle" idx="6"/>
          </p:nvPr>
        </p:nvSpPr>
        <p:spPr>
          <a:xfrm>
            <a:off x="6658800" y="1677033"/>
            <a:ext cx="3345200" cy="4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289" name="Google Shape;289;p17"/>
          <p:cNvSpPr txBox="1">
            <a:spLocks noGrp="1"/>
          </p:cNvSpPr>
          <p:nvPr>
            <p:ph type="subTitle" idx="7"/>
          </p:nvPr>
        </p:nvSpPr>
        <p:spPr>
          <a:xfrm>
            <a:off x="2799967" y="3419332"/>
            <a:ext cx="3345200" cy="70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290" name="Google Shape;290;p17"/>
          <p:cNvSpPr txBox="1">
            <a:spLocks noGrp="1"/>
          </p:cNvSpPr>
          <p:nvPr>
            <p:ph type="subTitle" idx="8"/>
          </p:nvPr>
        </p:nvSpPr>
        <p:spPr>
          <a:xfrm>
            <a:off x="2799967" y="2992784"/>
            <a:ext cx="3345200" cy="4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291" name="Google Shape;291;p17"/>
          <p:cNvSpPr txBox="1">
            <a:spLocks noGrp="1"/>
          </p:cNvSpPr>
          <p:nvPr>
            <p:ph type="subTitle" idx="9"/>
          </p:nvPr>
        </p:nvSpPr>
        <p:spPr>
          <a:xfrm>
            <a:off x="7219533" y="3419332"/>
            <a:ext cx="3345200" cy="70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292" name="Google Shape;292;p17"/>
          <p:cNvSpPr txBox="1">
            <a:spLocks noGrp="1"/>
          </p:cNvSpPr>
          <p:nvPr>
            <p:ph type="subTitle" idx="13"/>
          </p:nvPr>
        </p:nvSpPr>
        <p:spPr>
          <a:xfrm>
            <a:off x="7219533" y="2992784"/>
            <a:ext cx="3345200" cy="4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293" name="Google Shape;293;p17"/>
          <p:cNvSpPr txBox="1">
            <a:spLocks noGrp="1"/>
          </p:cNvSpPr>
          <p:nvPr>
            <p:ph type="subTitle" idx="14"/>
          </p:nvPr>
        </p:nvSpPr>
        <p:spPr>
          <a:xfrm>
            <a:off x="7795647" y="4735092"/>
            <a:ext cx="3345200" cy="70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294" name="Google Shape;294;p17"/>
          <p:cNvSpPr txBox="1">
            <a:spLocks noGrp="1"/>
          </p:cNvSpPr>
          <p:nvPr>
            <p:ph type="subTitle" idx="15"/>
          </p:nvPr>
        </p:nvSpPr>
        <p:spPr>
          <a:xfrm>
            <a:off x="7795648" y="4311433"/>
            <a:ext cx="3345200" cy="4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295" name="Google Shape;295;p17"/>
          <p:cNvSpPr txBox="1"/>
          <p:nvPr/>
        </p:nvSpPr>
        <p:spPr>
          <a:xfrm>
            <a:off x="946833" y="994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96" name="Google Shape;296;p17"/>
          <p:cNvSpPr txBox="1"/>
          <p:nvPr/>
        </p:nvSpPr>
        <p:spPr>
          <a:xfrm>
            <a:off x="946833" y="1346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97" name="Google Shape;297;p17"/>
          <p:cNvSpPr txBox="1"/>
          <p:nvPr/>
        </p:nvSpPr>
        <p:spPr>
          <a:xfrm>
            <a:off x="946833" y="1697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98" name="Google Shape;298;p17"/>
          <p:cNvSpPr txBox="1"/>
          <p:nvPr/>
        </p:nvSpPr>
        <p:spPr>
          <a:xfrm>
            <a:off x="946833" y="2049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99" name="Google Shape;299;p17"/>
          <p:cNvSpPr txBox="1"/>
          <p:nvPr/>
        </p:nvSpPr>
        <p:spPr>
          <a:xfrm>
            <a:off x="946833" y="2401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0" name="Google Shape;300;p17"/>
          <p:cNvSpPr txBox="1"/>
          <p:nvPr/>
        </p:nvSpPr>
        <p:spPr>
          <a:xfrm>
            <a:off x="946833" y="2752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1" name="Google Shape;301;p17"/>
          <p:cNvSpPr txBox="1"/>
          <p:nvPr/>
        </p:nvSpPr>
        <p:spPr>
          <a:xfrm>
            <a:off x="946833" y="3104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2" name="Google Shape;302;p17"/>
          <p:cNvSpPr txBox="1"/>
          <p:nvPr/>
        </p:nvSpPr>
        <p:spPr>
          <a:xfrm>
            <a:off x="946833" y="3455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3" name="Google Shape;303;p17"/>
          <p:cNvSpPr txBox="1"/>
          <p:nvPr/>
        </p:nvSpPr>
        <p:spPr>
          <a:xfrm>
            <a:off x="946833" y="3807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4" name="Google Shape;304;p17"/>
          <p:cNvSpPr txBox="1"/>
          <p:nvPr/>
        </p:nvSpPr>
        <p:spPr>
          <a:xfrm>
            <a:off x="946833" y="4159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5" name="Google Shape;305;p17"/>
          <p:cNvSpPr txBox="1"/>
          <p:nvPr/>
        </p:nvSpPr>
        <p:spPr>
          <a:xfrm>
            <a:off x="946833" y="4510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6" name="Google Shape;306;p17"/>
          <p:cNvSpPr txBox="1"/>
          <p:nvPr/>
        </p:nvSpPr>
        <p:spPr>
          <a:xfrm>
            <a:off x="946833" y="4862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7" name="Google Shape;307;p17"/>
          <p:cNvSpPr txBox="1"/>
          <p:nvPr/>
        </p:nvSpPr>
        <p:spPr>
          <a:xfrm>
            <a:off x="946833" y="5213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8" name="Google Shape;308;p17"/>
          <p:cNvSpPr txBox="1"/>
          <p:nvPr/>
        </p:nvSpPr>
        <p:spPr>
          <a:xfrm>
            <a:off x="946833" y="5565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9" name="Google Shape;309;p17"/>
          <p:cNvSpPr txBox="1">
            <a:spLocks noGrp="1"/>
          </p:cNvSpPr>
          <p:nvPr>
            <p:ph type="title"/>
          </p:nvPr>
        </p:nvSpPr>
        <p:spPr>
          <a:xfrm>
            <a:off x="1524333" y="776933"/>
            <a:ext cx="9720800" cy="7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i-FI"/>
              <a:t>Muokkaa ots. perustyyl. napsautt.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875689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"/>
          <p:cNvSpPr/>
          <p:nvPr/>
        </p:nvSpPr>
        <p:spPr>
          <a:xfrm>
            <a:off x="0" y="723433"/>
            <a:ext cx="12192000" cy="541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2" name="Google Shape;312;p18"/>
          <p:cNvSpPr/>
          <p:nvPr/>
        </p:nvSpPr>
        <p:spPr>
          <a:xfrm>
            <a:off x="0" y="0"/>
            <a:ext cx="6096000" cy="83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3" name="Google Shape;313;p18"/>
          <p:cNvSpPr txBox="1">
            <a:spLocks noGrp="1"/>
          </p:cNvSpPr>
          <p:nvPr>
            <p:ph type="title" hasCustomPrompt="1"/>
          </p:nvPr>
        </p:nvSpPr>
        <p:spPr>
          <a:xfrm>
            <a:off x="1512267" y="915000"/>
            <a:ext cx="7121600" cy="8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667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314" name="Google Shape;314;p18"/>
          <p:cNvSpPr txBox="1">
            <a:spLocks noGrp="1"/>
          </p:cNvSpPr>
          <p:nvPr>
            <p:ph type="subTitle" idx="1"/>
          </p:nvPr>
        </p:nvSpPr>
        <p:spPr>
          <a:xfrm>
            <a:off x="2219300" y="1765000"/>
            <a:ext cx="6414400" cy="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4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315" name="Google Shape;315;p18"/>
          <p:cNvSpPr txBox="1"/>
          <p:nvPr/>
        </p:nvSpPr>
        <p:spPr>
          <a:xfrm>
            <a:off x="946833" y="994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16" name="Google Shape;316;p18"/>
          <p:cNvSpPr txBox="1"/>
          <p:nvPr/>
        </p:nvSpPr>
        <p:spPr>
          <a:xfrm>
            <a:off x="946833" y="1346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17" name="Google Shape;317;p18"/>
          <p:cNvSpPr txBox="1"/>
          <p:nvPr/>
        </p:nvSpPr>
        <p:spPr>
          <a:xfrm>
            <a:off x="946833" y="1697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18" name="Google Shape;318;p18"/>
          <p:cNvSpPr txBox="1"/>
          <p:nvPr/>
        </p:nvSpPr>
        <p:spPr>
          <a:xfrm>
            <a:off x="946833" y="2049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19" name="Google Shape;319;p18"/>
          <p:cNvSpPr txBox="1"/>
          <p:nvPr/>
        </p:nvSpPr>
        <p:spPr>
          <a:xfrm>
            <a:off x="946833" y="2401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0" name="Google Shape;320;p18"/>
          <p:cNvSpPr txBox="1"/>
          <p:nvPr/>
        </p:nvSpPr>
        <p:spPr>
          <a:xfrm>
            <a:off x="946833" y="2752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1" name="Google Shape;321;p18"/>
          <p:cNvSpPr txBox="1"/>
          <p:nvPr/>
        </p:nvSpPr>
        <p:spPr>
          <a:xfrm>
            <a:off x="946833" y="3104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2" name="Google Shape;322;p18"/>
          <p:cNvSpPr txBox="1"/>
          <p:nvPr/>
        </p:nvSpPr>
        <p:spPr>
          <a:xfrm>
            <a:off x="946833" y="3455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3" name="Google Shape;323;p18"/>
          <p:cNvSpPr txBox="1"/>
          <p:nvPr/>
        </p:nvSpPr>
        <p:spPr>
          <a:xfrm>
            <a:off x="946833" y="3807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4" name="Google Shape;324;p18"/>
          <p:cNvSpPr txBox="1"/>
          <p:nvPr/>
        </p:nvSpPr>
        <p:spPr>
          <a:xfrm>
            <a:off x="946833" y="4159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5" name="Google Shape;325;p18"/>
          <p:cNvSpPr txBox="1"/>
          <p:nvPr/>
        </p:nvSpPr>
        <p:spPr>
          <a:xfrm>
            <a:off x="946833" y="4510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6" name="Google Shape;326;p18"/>
          <p:cNvSpPr txBox="1"/>
          <p:nvPr/>
        </p:nvSpPr>
        <p:spPr>
          <a:xfrm>
            <a:off x="946833" y="4862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7" name="Google Shape;327;p18"/>
          <p:cNvSpPr txBox="1"/>
          <p:nvPr/>
        </p:nvSpPr>
        <p:spPr>
          <a:xfrm>
            <a:off x="946833" y="5213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8" name="Google Shape;328;p18"/>
          <p:cNvSpPr txBox="1"/>
          <p:nvPr/>
        </p:nvSpPr>
        <p:spPr>
          <a:xfrm>
            <a:off x="946833" y="5565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9" name="Google Shape;329;p18"/>
          <p:cNvSpPr txBox="1">
            <a:spLocks noGrp="1"/>
          </p:cNvSpPr>
          <p:nvPr>
            <p:ph type="title" idx="2" hasCustomPrompt="1"/>
          </p:nvPr>
        </p:nvSpPr>
        <p:spPr>
          <a:xfrm>
            <a:off x="2801167" y="2688233"/>
            <a:ext cx="6808000" cy="65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330" name="Google Shape;330;p18"/>
          <p:cNvSpPr txBox="1">
            <a:spLocks noGrp="1"/>
          </p:cNvSpPr>
          <p:nvPr>
            <p:ph type="subTitle" idx="3"/>
          </p:nvPr>
        </p:nvSpPr>
        <p:spPr>
          <a:xfrm>
            <a:off x="2801167" y="3341821"/>
            <a:ext cx="6808000" cy="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133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331" name="Google Shape;331;p18"/>
          <p:cNvSpPr txBox="1">
            <a:spLocks noGrp="1"/>
          </p:cNvSpPr>
          <p:nvPr>
            <p:ph type="title" idx="4" hasCustomPrompt="1"/>
          </p:nvPr>
        </p:nvSpPr>
        <p:spPr>
          <a:xfrm>
            <a:off x="2801167" y="4018612"/>
            <a:ext cx="6808000" cy="65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332" name="Google Shape;332;p18"/>
          <p:cNvSpPr txBox="1">
            <a:spLocks noGrp="1"/>
          </p:cNvSpPr>
          <p:nvPr>
            <p:ph type="subTitle" idx="5"/>
          </p:nvPr>
        </p:nvSpPr>
        <p:spPr>
          <a:xfrm>
            <a:off x="2801167" y="4672200"/>
            <a:ext cx="6808000" cy="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133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725175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9"/>
          <p:cNvSpPr/>
          <p:nvPr/>
        </p:nvSpPr>
        <p:spPr>
          <a:xfrm>
            <a:off x="0" y="723433"/>
            <a:ext cx="12192000" cy="541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5" name="Google Shape;335;p19"/>
          <p:cNvSpPr/>
          <p:nvPr/>
        </p:nvSpPr>
        <p:spPr>
          <a:xfrm>
            <a:off x="6096000" y="0"/>
            <a:ext cx="6096000" cy="83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6" name="Google Shape;336;p19"/>
          <p:cNvSpPr txBox="1">
            <a:spLocks noGrp="1"/>
          </p:cNvSpPr>
          <p:nvPr>
            <p:ph type="body" idx="1"/>
          </p:nvPr>
        </p:nvSpPr>
        <p:spPr>
          <a:xfrm>
            <a:off x="4408267" y="2970117"/>
            <a:ext cx="6259200" cy="10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marL="1219170" lvl="1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337" name="Google Shape;337;p19"/>
          <p:cNvSpPr txBox="1"/>
          <p:nvPr/>
        </p:nvSpPr>
        <p:spPr>
          <a:xfrm>
            <a:off x="946833" y="994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38" name="Google Shape;338;p19"/>
          <p:cNvSpPr txBox="1"/>
          <p:nvPr/>
        </p:nvSpPr>
        <p:spPr>
          <a:xfrm>
            <a:off x="946833" y="1346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39" name="Google Shape;339;p19"/>
          <p:cNvSpPr txBox="1"/>
          <p:nvPr/>
        </p:nvSpPr>
        <p:spPr>
          <a:xfrm>
            <a:off x="946833" y="1697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0" name="Google Shape;340;p19"/>
          <p:cNvSpPr txBox="1"/>
          <p:nvPr/>
        </p:nvSpPr>
        <p:spPr>
          <a:xfrm>
            <a:off x="946833" y="2049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1" name="Google Shape;341;p19"/>
          <p:cNvSpPr txBox="1"/>
          <p:nvPr/>
        </p:nvSpPr>
        <p:spPr>
          <a:xfrm>
            <a:off x="946833" y="2401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2" name="Google Shape;342;p19"/>
          <p:cNvSpPr txBox="1"/>
          <p:nvPr/>
        </p:nvSpPr>
        <p:spPr>
          <a:xfrm>
            <a:off x="946833" y="2752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3" name="Google Shape;343;p19"/>
          <p:cNvSpPr txBox="1"/>
          <p:nvPr/>
        </p:nvSpPr>
        <p:spPr>
          <a:xfrm>
            <a:off x="946833" y="3104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4" name="Google Shape;344;p19"/>
          <p:cNvSpPr txBox="1"/>
          <p:nvPr/>
        </p:nvSpPr>
        <p:spPr>
          <a:xfrm>
            <a:off x="946833" y="3455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5" name="Google Shape;345;p19"/>
          <p:cNvSpPr txBox="1"/>
          <p:nvPr/>
        </p:nvSpPr>
        <p:spPr>
          <a:xfrm>
            <a:off x="946833" y="3807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6" name="Google Shape;346;p19"/>
          <p:cNvSpPr txBox="1"/>
          <p:nvPr/>
        </p:nvSpPr>
        <p:spPr>
          <a:xfrm>
            <a:off x="946833" y="4159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7" name="Google Shape;347;p19"/>
          <p:cNvSpPr txBox="1"/>
          <p:nvPr/>
        </p:nvSpPr>
        <p:spPr>
          <a:xfrm>
            <a:off x="946833" y="4510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8" name="Google Shape;348;p19"/>
          <p:cNvSpPr txBox="1"/>
          <p:nvPr/>
        </p:nvSpPr>
        <p:spPr>
          <a:xfrm>
            <a:off x="946833" y="4862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9" name="Google Shape;349;p19"/>
          <p:cNvSpPr txBox="1"/>
          <p:nvPr/>
        </p:nvSpPr>
        <p:spPr>
          <a:xfrm>
            <a:off x="946833" y="5213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0" name="Google Shape;350;p19"/>
          <p:cNvSpPr txBox="1"/>
          <p:nvPr/>
        </p:nvSpPr>
        <p:spPr>
          <a:xfrm>
            <a:off x="946833" y="5565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1" name="Google Shape;351;p19"/>
          <p:cNvSpPr txBox="1">
            <a:spLocks noGrp="1"/>
          </p:cNvSpPr>
          <p:nvPr>
            <p:ph type="title"/>
          </p:nvPr>
        </p:nvSpPr>
        <p:spPr>
          <a:xfrm>
            <a:off x="1524333" y="776933"/>
            <a:ext cx="9720800" cy="7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i-FI"/>
              <a:t>Muokkaa ots. perustyyl. napsautt.</a:t>
            </a:r>
            <a:endParaRPr/>
          </a:p>
        </p:txBody>
      </p:sp>
      <p:sp>
        <p:nvSpPr>
          <p:cNvPr id="352" name="Google Shape;352;p19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2788267" y="3163017"/>
            <a:ext cx="1620000" cy="6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353" name="Google Shape;353;p19"/>
          <p:cNvSpPr txBox="1">
            <a:spLocks noGrp="1"/>
          </p:cNvSpPr>
          <p:nvPr>
            <p:ph type="body" idx="3"/>
          </p:nvPr>
        </p:nvSpPr>
        <p:spPr>
          <a:xfrm>
            <a:off x="4986133" y="4219233"/>
            <a:ext cx="6259200" cy="10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marL="1219170" lvl="1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354" name="Google Shape;354;p19"/>
          <p:cNvSpPr txBox="1">
            <a:spLocks noGrp="1"/>
          </p:cNvSpPr>
          <p:nvPr>
            <p:ph type="title" idx="4" hasCustomPrompt="1"/>
          </p:nvPr>
        </p:nvSpPr>
        <p:spPr>
          <a:xfrm flipH="1">
            <a:off x="3366133" y="4412233"/>
            <a:ext cx="1620000" cy="6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355" name="Google Shape;355;p19"/>
          <p:cNvSpPr txBox="1">
            <a:spLocks noGrp="1"/>
          </p:cNvSpPr>
          <p:nvPr>
            <p:ph type="subTitle" idx="5"/>
          </p:nvPr>
        </p:nvSpPr>
        <p:spPr>
          <a:xfrm>
            <a:off x="2229600" y="1660200"/>
            <a:ext cx="7896000" cy="7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893293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0"/>
          <p:cNvSpPr/>
          <p:nvPr/>
        </p:nvSpPr>
        <p:spPr>
          <a:xfrm>
            <a:off x="0" y="723433"/>
            <a:ext cx="12192000" cy="541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8" name="Google Shape;358;p20"/>
          <p:cNvSpPr/>
          <p:nvPr/>
        </p:nvSpPr>
        <p:spPr>
          <a:xfrm>
            <a:off x="6096000" y="0"/>
            <a:ext cx="6096000" cy="83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9" name="Google Shape;359;p20"/>
          <p:cNvSpPr txBox="1">
            <a:spLocks noGrp="1"/>
          </p:cNvSpPr>
          <p:nvPr>
            <p:ph type="subTitle" idx="1"/>
          </p:nvPr>
        </p:nvSpPr>
        <p:spPr>
          <a:xfrm>
            <a:off x="2223008" y="3141100"/>
            <a:ext cx="3854800" cy="208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360" name="Google Shape;360;p20"/>
          <p:cNvSpPr txBox="1">
            <a:spLocks noGrp="1"/>
          </p:cNvSpPr>
          <p:nvPr>
            <p:ph type="title"/>
          </p:nvPr>
        </p:nvSpPr>
        <p:spPr>
          <a:xfrm>
            <a:off x="1495833" y="1578560"/>
            <a:ext cx="3854800" cy="149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i-FI"/>
              <a:t>Muokkaa ots. perustyyl. napsautt.</a:t>
            </a:r>
            <a:endParaRPr/>
          </a:p>
        </p:txBody>
      </p:sp>
      <p:sp>
        <p:nvSpPr>
          <p:cNvPr id="361" name="Google Shape;361;p20"/>
          <p:cNvSpPr txBox="1"/>
          <p:nvPr/>
        </p:nvSpPr>
        <p:spPr>
          <a:xfrm>
            <a:off x="946833" y="994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2" name="Google Shape;362;p20"/>
          <p:cNvSpPr txBox="1"/>
          <p:nvPr/>
        </p:nvSpPr>
        <p:spPr>
          <a:xfrm>
            <a:off x="946833" y="1346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3" name="Google Shape;363;p20"/>
          <p:cNvSpPr txBox="1"/>
          <p:nvPr/>
        </p:nvSpPr>
        <p:spPr>
          <a:xfrm>
            <a:off x="946833" y="1697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4" name="Google Shape;364;p20"/>
          <p:cNvSpPr txBox="1"/>
          <p:nvPr/>
        </p:nvSpPr>
        <p:spPr>
          <a:xfrm>
            <a:off x="946833" y="2049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5" name="Google Shape;365;p20"/>
          <p:cNvSpPr txBox="1"/>
          <p:nvPr/>
        </p:nvSpPr>
        <p:spPr>
          <a:xfrm>
            <a:off x="946833" y="2401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6" name="Google Shape;366;p20"/>
          <p:cNvSpPr txBox="1"/>
          <p:nvPr/>
        </p:nvSpPr>
        <p:spPr>
          <a:xfrm>
            <a:off x="946833" y="2752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7" name="Google Shape;367;p20"/>
          <p:cNvSpPr txBox="1"/>
          <p:nvPr/>
        </p:nvSpPr>
        <p:spPr>
          <a:xfrm>
            <a:off x="946833" y="3104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8" name="Google Shape;368;p20"/>
          <p:cNvSpPr txBox="1"/>
          <p:nvPr/>
        </p:nvSpPr>
        <p:spPr>
          <a:xfrm>
            <a:off x="946833" y="3455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9" name="Google Shape;369;p20"/>
          <p:cNvSpPr txBox="1"/>
          <p:nvPr/>
        </p:nvSpPr>
        <p:spPr>
          <a:xfrm>
            <a:off x="946833" y="3807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0" name="Google Shape;370;p20"/>
          <p:cNvSpPr txBox="1"/>
          <p:nvPr/>
        </p:nvSpPr>
        <p:spPr>
          <a:xfrm>
            <a:off x="946833" y="4159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1" name="Google Shape;371;p20"/>
          <p:cNvSpPr txBox="1"/>
          <p:nvPr/>
        </p:nvSpPr>
        <p:spPr>
          <a:xfrm>
            <a:off x="946833" y="4510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2" name="Google Shape;372;p20"/>
          <p:cNvSpPr txBox="1"/>
          <p:nvPr/>
        </p:nvSpPr>
        <p:spPr>
          <a:xfrm>
            <a:off x="946833" y="4862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3" name="Google Shape;373;p20"/>
          <p:cNvSpPr txBox="1"/>
          <p:nvPr/>
        </p:nvSpPr>
        <p:spPr>
          <a:xfrm>
            <a:off x="946833" y="5213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4" name="Google Shape;374;p20"/>
          <p:cNvSpPr txBox="1"/>
          <p:nvPr/>
        </p:nvSpPr>
        <p:spPr>
          <a:xfrm>
            <a:off x="946833" y="5565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26555591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1"/>
          <p:cNvSpPr/>
          <p:nvPr/>
        </p:nvSpPr>
        <p:spPr>
          <a:xfrm>
            <a:off x="0" y="723433"/>
            <a:ext cx="12192000" cy="541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7" name="Google Shape;377;p21"/>
          <p:cNvSpPr/>
          <p:nvPr/>
        </p:nvSpPr>
        <p:spPr>
          <a:xfrm>
            <a:off x="6096000" y="0"/>
            <a:ext cx="6096000" cy="83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8" name="Google Shape;378;p21"/>
          <p:cNvSpPr txBox="1"/>
          <p:nvPr/>
        </p:nvSpPr>
        <p:spPr>
          <a:xfrm>
            <a:off x="946833" y="994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9" name="Google Shape;379;p21"/>
          <p:cNvSpPr txBox="1"/>
          <p:nvPr/>
        </p:nvSpPr>
        <p:spPr>
          <a:xfrm>
            <a:off x="946833" y="1346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>
            <a:off x="946833" y="1697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1" name="Google Shape;381;p21"/>
          <p:cNvSpPr txBox="1"/>
          <p:nvPr/>
        </p:nvSpPr>
        <p:spPr>
          <a:xfrm>
            <a:off x="946833" y="2049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2" name="Google Shape;382;p21"/>
          <p:cNvSpPr txBox="1"/>
          <p:nvPr/>
        </p:nvSpPr>
        <p:spPr>
          <a:xfrm>
            <a:off x="946833" y="2401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3" name="Google Shape;383;p21"/>
          <p:cNvSpPr txBox="1"/>
          <p:nvPr/>
        </p:nvSpPr>
        <p:spPr>
          <a:xfrm>
            <a:off x="946833" y="2752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>
            <a:off x="946833" y="3104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5" name="Google Shape;385;p21"/>
          <p:cNvSpPr txBox="1"/>
          <p:nvPr/>
        </p:nvSpPr>
        <p:spPr>
          <a:xfrm>
            <a:off x="946833" y="3455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6" name="Google Shape;386;p21"/>
          <p:cNvSpPr txBox="1"/>
          <p:nvPr/>
        </p:nvSpPr>
        <p:spPr>
          <a:xfrm>
            <a:off x="946833" y="3807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7" name="Google Shape;387;p21"/>
          <p:cNvSpPr txBox="1"/>
          <p:nvPr/>
        </p:nvSpPr>
        <p:spPr>
          <a:xfrm>
            <a:off x="946833" y="4159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8" name="Google Shape;388;p21"/>
          <p:cNvSpPr txBox="1"/>
          <p:nvPr/>
        </p:nvSpPr>
        <p:spPr>
          <a:xfrm>
            <a:off x="946833" y="4510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9" name="Google Shape;389;p21"/>
          <p:cNvSpPr txBox="1"/>
          <p:nvPr/>
        </p:nvSpPr>
        <p:spPr>
          <a:xfrm>
            <a:off x="946833" y="4862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0" name="Google Shape;390;p21"/>
          <p:cNvSpPr txBox="1"/>
          <p:nvPr/>
        </p:nvSpPr>
        <p:spPr>
          <a:xfrm>
            <a:off x="946833" y="5213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1" name="Google Shape;391;p21"/>
          <p:cNvSpPr txBox="1"/>
          <p:nvPr/>
        </p:nvSpPr>
        <p:spPr>
          <a:xfrm>
            <a:off x="946833" y="5565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2" name="Google Shape;392;p21"/>
          <p:cNvSpPr txBox="1">
            <a:spLocks noGrp="1"/>
          </p:cNvSpPr>
          <p:nvPr>
            <p:ph type="body" idx="1"/>
          </p:nvPr>
        </p:nvSpPr>
        <p:spPr>
          <a:xfrm>
            <a:off x="2787333" y="2608800"/>
            <a:ext cx="6815200" cy="28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∗"/>
              <a:defRPr sz="2667">
                <a:solidFill>
                  <a:schemeClr val="accent3"/>
                </a:solidFill>
              </a:defRPr>
            </a:lvl1pPr>
            <a:lvl2pPr marL="1219170" lvl="1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○"/>
              <a:defRPr sz="1600">
                <a:solidFill>
                  <a:schemeClr val="accent3"/>
                </a:solidFill>
              </a:defRPr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■"/>
              <a:defRPr>
                <a:solidFill>
                  <a:schemeClr val="accent3"/>
                </a:solidFill>
              </a:defRPr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●"/>
              <a:defRPr>
                <a:solidFill>
                  <a:schemeClr val="accent3"/>
                </a:solidFill>
              </a:defRPr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○"/>
              <a:defRPr>
                <a:solidFill>
                  <a:schemeClr val="accent3"/>
                </a:solidFill>
              </a:defRPr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■"/>
              <a:defRPr>
                <a:solidFill>
                  <a:schemeClr val="accent3"/>
                </a:solidFill>
              </a:defRPr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●"/>
              <a:defRPr>
                <a:solidFill>
                  <a:schemeClr val="accent3"/>
                </a:solidFill>
              </a:defRPr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○"/>
              <a:defRPr>
                <a:solidFill>
                  <a:schemeClr val="accent3"/>
                </a:solidFill>
              </a:defRPr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■"/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393" name="Google Shape;393;p21"/>
          <p:cNvSpPr txBox="1">
            <a:spLocks noGrp="1"/>
          </p:cNvSpPr>
          <p:nvPr>
            <p:ph type="subTitle" idx="2"/>
          </p:nvPr>
        </p:nvSpPr>
        <p:spPr>
          <a:xfrm>
            <a:off x="2235967" y="1746467"/>
            <a:ext cx="7267600" cy="6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667" b="1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667" b="1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667" b="1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667" b="1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667" b="1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667" b="1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667" b="1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667" b="1">
                <a:solidFill>
                  <a:schemeClr val="accent3"/>
                </a:solidFill>
              </a:defRPr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394" name="Google Shape;394;p21"/>
          <p:cNvSpPr txBox="1">
            <a:spLocks noGrp="1"/>
          </p:cNvSpPr>
          <p:nvPr>
            <p:ph type="title"/>
          </p:nvPr>
        </p:nvSpPr>
        <p:spPr>
          <a:xfrm>
            <a:off x="1524333" y="776933"/>
            <a:ext cx="9720800" cy="7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i-FI"/>
              <a:t>Muokkaa ots. perustyyl. napsautt.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068885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2"/>
          <p:cNvSpPr/>
          <p:nvPr/>
        </p:nvSpPr>
        <p:spPr>
          <a:xfrm>
            <a:off x="0" y="723433"/>
            <a:ext cx="12192000" cy="541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7" name="Google Shape;397;p22"/>
          <p:cNvSpPr/>
          <p:nvPr/>
        </p:nvSpPr>
        <p:spPr>
          <a:xfrm>
            <a:off x="0" y="0"/>
            <a:ext cx="6096000" cy="83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8" name="Google Shape;398;p22"/>
          <p:cNvSpPr txBox="1">
            <a:spLocks noGrp="1"/>
          </p:cNvSpPr>
          <p:nvPr>
            <p:ph type="ctrTitle"/>
          </p:nvPr>
        </p:nvSpPr>
        <p:spPr>
          <a:xfrm>
            <a:off x="1518833" y="776075"/>
            <a:ext cx="4086000" cy="7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i-FI"/>
              <a:t>Muokkaa ots. perustyyl. napsautt.</a:t>
            </a:r>
            <a:endParaRPr/>
          </a:p>
        </p:txBody>
      </p:sp>
      <p:sp>
        <p:nvSpPr>
          <p:cNvPr id="399" name="Google Shape;399;p22"/>
          <p:cNvSpPr txBox="1">
            <a:spLocks noGrp="1"/>
          </p:cNvSpPr>
          <p:nvPr>
            <p:ph type="subTitle" idx="1"/>
          </p:nvPr>
        </p:nvSpPr>
        <p:spPr>
          <a:xfrm>
            <a:off x="2753100" y="2260967"/>
            <a:ext cx="4960800" cy="93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400" name="Google Shape;400;p22"/>
          <p:cNvSpPr txBox="1">
            <a:spLocks noGrp="1"/>
          </p:cNvSpPr>
          <p:nvPr>
            <p:ph type="subTitle" idx="2"/>
          </p:nvPr>
        </p:nvSpPr>
        <p:spPr>
          <a:xfrm>
            <a:off x="2094100" y="1681367"/>
            <a:ext cx="6096000" cy="57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67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i-FI"/>
              <a:t>Muokkaa alaotsikon perustyyliä napsautt.</a:t>
            </a:r>
            <a:endParaRPr/>
          </a:p>
        </p:txBody>
      </p:sp>
      <p:sp>
        <p:nvSpPr>
          <p:cNvPr id="401" name="Google Shape;401;p22"/>
          <p:cNvSpPr txBox="1"/>
          <p:nvPr/>
        </p:nvSpPr>
        <p:spPr>
          <a:xfrm>
            <a:off x="946833" y="994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2" name="Google Shape;402;p22"/>
          <p:cNvSpPr txBox="1"/>
          <p:nvPr/>
        </p:nvSpPr>
        <p:spPr>
          <a:xfrm>
            <a:off x="946833" y="1346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3" name="Google Shape;403;p22"/>
          <p:cNvSpPr txBox="1"/>
          <p:nvPr/>
        </p:nvSpPr>
        <p:spPr>
          <a:xfrm>
            <a:off x="946833" y="1697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4" name="Google Shape;404;p22"/>
          <p:cNvSpPr txBox="1"/>
          <p:nvPr/>
        </p:nvSpPr>
        <p:spPr>
          <a:xfrm>
            <a:off x="946833" y="2049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5" name="Google Shape;405;p22"/>
          <p:cNvSpPr txBox="1"/>
          <p:nvPr/>
        </p:nvSpPr>
        <p:spPr>
          <a:xfrm>
            <a:off x="946833" y="2401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6" name="Google Shape;406;p22"/>
          <p:cNvSpPr txBox="1"/>
          <p:nvPr/>
        </p:nvSpPr>
        <p:spPr>
          <a:xfrm>
            <a:off x="946833" y="2752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7" name="Google Shape;407;p22"/>
          <p:cNvSpPr txBox="1"/>
          <p:nvPr/>
        </p:nvSpPr>
        <p:spPr>
          <a:xfrm>
            <a:off x="946833" y="3104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8" name="Google Shape;408;p22"/>
          <p:cNvSpPr txBox="1"/>
          <p:nvPr/>
        </p:nvSpPr>
        <p:spPr>
          <a:xfrm>
            <a:off x="946833" y="3455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9" name="Google Shape;409;p22"/>
          <p:cNvSpPr txBox="1"/>
          <p:nvPr/>
        </p:nvSpPr>
        <p:spPr>
          <a:xfrm>
            <a:off x="946833" y="3807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0" name="Google Shape;410;p22"/>
          <p:cNvSpPr txBox="1"/>
          <p:nvPr/>
        </p:nvSpPr>
        <p:spPr>
          <a:xfrm>
            <a:off x="946833" y="4159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1" name="Google Shape;411;p22"/>
          <p:cNvSpPr txBox="1"/>
          <p:nvPr/>
        </p:nvSpPr>
        <p:spPr>
          <a:xfrm>
            <a:off x="946833" y="4510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2" name="Google Shape;412;p22"/>
          <p:cNvSpPr txBox="1"/>
          <p:nvPr/>
        </p:nvSpPr>
        <p:spPr>
          <a:xfrm>
            <a:off x="946833" y="4862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3" name="Google Shape;413;p22"/>
          <p:cNvSpPr txBox="1"/>
          <p:nvPr/>
        </p:nvSpPr>
        <p:spPr>
          <a:xfrm>
            <a:off x="946833" y="5213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4" name="Google Shape;414;p22"/>
          <p:cNvSpPr txBox="1"/>
          <p:nvPr/>
        </p:nvSpPr>
        <p:spPr>
          <a:xfrm>
            <a:off x="946833" y="5565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5" name="Google Shape;415;p22"/>
          <p:cNvSpPr txBox="1"/>
          <p:nvPr/>
        </p:nvSpPr>
        <p:spPr>
          <a:xfrm>
            <a:off x="3883233" y="4116351"/>
            <a:ext cx="5890800" cy="8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CREDITS: This presentation template was created by </a:t>
            </a:r>
            <a:r>
              <a:rPr lang="en" sz="1600" b="1">
                <a:solidFill>
                  <a:schemeClr val="accent3"/>
                </a:solidFill>
                <a:uFill>
                  <a:noFill/>
                </a:uFill>
                <a:latin typeface="Fira Code"/>
                <a:ea typeface="Fira Code"/>
                <a:cs typeface="Fira Code"/>
                <a:sym typeface="Fira Cod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, including icons by </a:t>
            </a:r>
            <a:r>
              <a:rPr lang="en" sz="1600" b="1">
                <a:solidFill>
                  <a:schemeClr val="accent3"/>
                </a:solidFill>
                <a:uFill>
                  <a:noFill/>
                </a:uFill>
                <a:latin typeface="Fira Code"/>
                <a:ea typeface="Fira Code"/>
                <a:cs typeface="Fira Code"/>
                <a:sym typeface="Fira Cod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, and infographics &amp; images by </a:t>
            </a:r>
            <a:r>
              <a:rPr lang="en" sz="1600" b="1">
                <a:solidFill>
                  <a:schemeClr val="accent3"/>
                </a:solidFill>
                <a:uFill>
                  <a:noFill/>
                </a:uFill>
                <a:latin typeface="Fira Code"/>
                <a:ea typeface="Fira Code"/>
                <a:cs typeface="Fira Code"/>
                <a:sym typeface="Fira Cod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600" b="1" u="sng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40288102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Background 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723433"/>
            <a:ext cx="12192000" cy="541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8" name="Google Shape;418;p23"/>
          <p:cNvSpPr/>
          <p:nvPr/>
        </p:nvSpPr>
        <p:spPr>
          <a:xfrm>
            <a:off x="6096000" y="0"/>
            <a:ext cx="6096000" cy="83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9" name="Google Shape;419;p23"/>
          <p:cNvSpPr txBox="1"/>
          <p:nvPr/>
        </p:nvSpPr>
        <p:spPr>
          <a:xfrm>
            <a:off x="946833" y="994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946833" y="1346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946833" y="1697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946833" y="2049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946833" y="2401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946833" y="2752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946833" y="3104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946833" y="3455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946833" y="3807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946833" y="4159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946833" y="4510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946833" y="4862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946833" y="5213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946833" y="5565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38165564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Background  1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723433"/>
            <a:ext cx="12192000" cy="541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6096000" cy="83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6" name="Google Shape;436;p24"/>
          <p:cNvSpPr txBox="1"/>
          <p:nvPr/>
        </p:nvSpPr>
        <p:spPr>
          <a:xfrm>
            <a:off x="946833" y="994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946833" y="1346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946833" y="1697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946833" y="2049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946833" y="2401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946833" y="2752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946833" y="3104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946833" y="3455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946833" y="3807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946833" y="41590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946833" y="45106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946833" y="48622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946833" y="52138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946833" y="5565400"/>
            <a:ext cx="572000" cy="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 sz="24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2701425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5704BC2E-D1EE-16B0-BBFC-FC1567B654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-FI"/>
              <a:t>Muokkaa ots. perustyyl. napsautt.</a:t>
            </a:r>
            <a:endParaRPr lang="en-FI"/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6164B9F7-BF1C-D0E4-276C-97C32E285C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  <a:endParaRPr lang="en-FI"/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3715B751-CB31-CFE9-4905-2B00FF14A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8E65-6BFF-4C0D-97B1-01E44E778429}" type="datetimeFigureOut">
              <a:rPr lang="en-FI" smtClean="0"/>
              <a:t>28/11/2025</a:t>
            </a:fld>
            <a:endParaRPr lang="en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6588533B-A505-3C53-E4BF-3358EF233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B86DB48E-9205-D97D-2ADD-784868764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3B82-0E76-472B-886D-2A5E6642544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5386743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5909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507291D-2506-4BE3-3568-D77A76B2C3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-FI"/>
              <a:t>Muokkaa ots. perustyyl. napsautt.</a:t>
            </a:r>
            <a:endParaRPr lang="en-FI"/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097D4028-B46F-7B06-9026-C16FCC3348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  <a:endParaRPr lang="en-FI"/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7CF92FCA-9C49-85B5-F9CD-42693301E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8E65-6BFF-4C0D-97B1-01E44E778429}" type="datetimeFigureOut">
              <a:rPr lang="en-FI" smtClean="0"/>
              <a:t>28/11/2025</a:t>
            </a:fld>
            <a:endParaRPr lang="en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CEBB5F33-8203-6C18-157C-0407C11B8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6034608B-A425-F0D6-70E4-703B8EE4E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3B82-0E76-472B-886D-2A5E6642544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6737120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3D15E39-1696-5A60-503D-17E03AE09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  <a:endParaRPr lang="en-FI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4EF90216-F1C7-F77B-454F-248A7183D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FI"/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86BDDB84-0D62-5DE1-8BC7-B93785EC5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1BBE7F23-2852-FF60-76BF-839E63D33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55A7AA5C-254B-2252-5734-7FC7C063E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3950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893F3A92-6376-5691-ACB0-8E7FCC6CF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i-FI"/>
              <a:t>Muokkaa ots. perustyyl. napsautt.</a:t>
            </a:r>
            <a:endParaRPr lang="en-FI"/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A61B7D58-465E-9B38-45F6-C8D948C25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859C911B-F0E4-0223-A9DC-C4FA40E5F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424BC38C-786C-818A-76E8-B07476D5B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CE421956-5788-509B-4C24-5E7EBD492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6385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2C672E9-9961-7C43-D5FC-F58E8CC6E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  <a:endParaRPr lang="en-FI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16589723-B981-E937-E012-3D57EB30D0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FI"/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D81B7A41-3DB3-2644-5726-74C490F32A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FI"/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32BB5F6B-A14A-AE9B-98FB-7441DA323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1B8C4436-4F98-2836-3F11-60B743942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51AC5022-2D05-3DB5-3EFB-D3B68565E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7023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0E528CE9-74A1-EFA3-76F4-4DCB3214F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i-FI"/>
              <a:t>Muokkaa ots. perustyyl. napsautt.</a:t>
            </a:r>
            <a:endParaRPr lang="en-FI"/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673D62AE-A203-B80E-92EE-E51DD904F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C2C51FD9-4972-DC0B-DF04-740B0D0CEC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FI"/>
          </a:p>
        </p:txBody>
      </p:sp>
      <p:sp>
        <p:nvSpPr>
          <p:cNvPr id="5" name="Tekstin paikkamerkki 4">
            <a:extLst>
              <a:ext uri="{FF2B5EF4-FFF2-40B4-BE49-F238E27FC236}">
                <a16:creationId xmlns:a16="http://schemas.microsoft.com/office/drawing/2014/main" id="{25BE947D-A4C1-19FF-92AA-1C1B8BD940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Sisällön paikkamerkki 5">
            <a:extLst>
              <a:ext uri="{FF2B5EF4-FFF2-40B4-BE49-F238E27FC236}">
                <a16:creationId xmlns:a16="http://schemas.microsoft.com/office/drawing/2014/main" id="{7C1F6CDE-2FAF-0A7F-FE98-7807B83023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FI"/>
          </a:p>
        </p:txBody>
      </p:sp>
      <p:sp>
        <p:nvSpPr>
          <p:cNvPr id="7" name="Päivämäärän paikkamerkki 6">
            <a:extLst>
              <a:ext uri="{FF2B5EF4-FFF2-40B4-BE49-F238E27FC236}">
                <a16:creationId xmlns:a16="http://schemas.microsoft.com/office/drawing/2014/main" id="{6F486658-81BC-9F42-1893-A94D5AEF6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8" name="Alatunnisteen paikkamerkki 7">
            <a:extLst>
              <a:ext uri="{FF2B5EF4-FFF2-40B4-BE49-F238E27FC236}">
                <a16:creationId xmlns:a16="http://schemas.microsoft.com/office/drawing/2014/main" id="{B54E2B26-7818-0DA5-88F0-C6CA7730F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Dian numeron paikkamerkki 8">
            <a:extLst>
              <a:ext uri="{FF2B5EF4-FFF2-40B4-BE49-F238E27FC236}">
                <a16:creationId xmlns:a16="http://schemas.microsoft.com/office/drawing/2014/main" id="{6A414B92-FADE-6DA7-369C-6C25D8941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5479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69B6F32E-E7AD-DC10-8B6F-EEAD620F9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  <a:endParaRPr lang="en-FI"/>
          </a:p>
        </p:txBody>
      </p:sp>
      <p:sp>
        <p:nvSpPr>
          <p:cNvPr id="3" name="Päivämäärän paikkamerkki 2">
            <a:extLst>
              <a:ext uri="{FF2B5EF4-FFF2-40B4-BE49-F238E27FC236}">
                <a16:creationId xmlns:a16="http://schemas.microsoft.com/office/drawing/2014/main" id="{423B1454-146E-74B4-0ED0-3B7CB4860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132D833B-5259-5517-2930-83FD03F9B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4017C9D0-F1DB-8940-52AA-E92DCE99C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7098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>
            <a:extLst>
              <a:ext uri="{FF2B5EF4-FFF2-40B4-BE49-F238E27FC236}">
                <a16:creationId xmlns:a16="http://schemas.microsoft.com/office/drawing/2014/main" id="{E2C55499-AD4F-0AD4-94C0-A26EE8D28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3" name="Alatunnisteen paikkamerkki 2">
            <a:extLst>
              <a:ext uri="{FF2B5EF4-FFF2-40B4-BE49-F238E27FC236}">
                <a16:creationId xmlns:a16="http://schemas.microsoft.com/office/drawing/2014/main" id="{2F2D2BA1-3365-8584-506A-935EC8BF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9AD3CE24-5793-2580-10C4-A6E6DB151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8534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uvateksti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C1947F3E-0406-4FA3-4199-2AD66706F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  <a:endParaRPr lang="en-FI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D383A3C4-C7CF-B4F4-C73D-9D2FA1E28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FI"/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58D435C6-1611-1A8B-15A5-1E7BE2322C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6F75A1E0-658C-FDA7-F851-D1640F0A1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50A4C084-1193-E80E-C5A6-3D0F1CD8D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86BAC1E1-1EDD-F07A-FA26-1D616721C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50798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uvateksti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77A0880-0CC1-7B27-9D1A-FE303A19D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  <a:endParaRPr lang="en-FI"/>
          </a:p>
        </p:txBody>
      </p:sp>
      <p:sp>
        <p:nvSpPr>
          <p:cNvPr id="3" name="Kuvan paikkamerkki 2">
            <a:extLst>
              <a:ext uri="{FF2B5EF4-FFF2-40B4-BE49-F238E27FC236}">
                <a16:creationId xmlns:a16="http://schemas.microsoft.com/office/drawing/2014/main" id="{BF9AA15B-C332-B451-AA30-39854E62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AED888A9-407D-8752-60C1-645388A3A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B6F5C66C-C6E9-B8A0-F45C-F385A49E2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C0E920D0-7A0E-CBDE-A588-BDEF02B80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AA0387F1-C981-DDB3-A627-C529BCA99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17877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B6FD5872-D67B-8202-3AF5-3E0710CF5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  <a:endParaRPr lang="en-FI"/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3A0CD5C2-2019-578F-FFC9-3E3D778B73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FI"/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BA7CDD2D-4557-6B8E-A888-D428A8DC4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47AC3763-E800-7F76-9901-B1D2BDA1E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DCC0C5D8-93DB-06F4-9738-44DB8CE4C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81677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>
            <a:extLst>
              <a:ext uri="{FF2B5EF4-FFF2-40B4-BE49-F238E27FC236}">
                <a16:creationId xmlns:a16="http://schemas.microsoft.com/office/drawing/2014/main" id="{5264B7EC-A99B-A8B6-DB3B-2AAFAC5644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i-FI"/>
              <a:t>Muokkaa ots. perustyyl. napsautt.</a:t>
            </a:r>
            <a:endParaRPr lang="en-FI"/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8CB2FB67-4B22-C37F-57AA-B9E0BFC99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FI"/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80ACE13B-8AB6-FC76-3F5F-2F2387458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C286AEC5-C232-6AA2-57DE-563128F00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8DE18594-FAF5-5DCD-E0A0-E874B0DDC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79009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>
            <a:spLocks noGrp="1"/>
          </p:cNvSpPr>
          <p:nvPr>
            <p:ph type="title"/>
          </p:nvPr>
        </p:nvSpPr>
        <p:spPr>
          <a:xfrm>
            <a:off x="946833" y="723433"/>
            <a:ext cx="5149200" cy="190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r>
              <a:rPr lang="fi-FI"/>
              <a:t>Muokkaa ots. perustyyl. napsautt.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96497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5706169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5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52" name="Google Shape;452;p25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360977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>
            <a:extLst>
              <a:ext uri="{FF2B5EF4-FFF2-40B4-BE49-F238E27FC236}">
                <a16:creationId xmlns:a16="http://schemas.microsoft.com/office/drawing/2014/main" id="{5278BC8E-118F-A83B-E5DB-EF77F81D9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ots. perustyyl. napsautt.</a:t>
            </a:r>
            <a:endParaRPr lang="en-FI"/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6745BC77-67B0-506A-196B-EEB9EB35E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FI"/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C9374206-AD1A-182C-7FB0-8900A6A40E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6458D0-C586-4565-A5EF-C974901A5505}" type="datetimeFigureOut">
              <a:rPr lang="en-FI" smtClean="0"/>
              <a:t>28/11/2025</a:t>
            </a:fld>
            <a:endParaRPr lang="en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18294F89-25B6-147F-0108-ACA405B21B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D5659F45-AC8F-FE7E-9DE8-CDE81EB3C6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0DC9D8-7F84-4116-B9E9-BEB026E3822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720349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69925BF-D9BB-62CC-51D6-02F693377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5712" y="2400475"/>
            <a:ext cx="9142288" cy="2068222"/>
          </a:xfrm>
        </p:spPr>
        <p:txBody>
          <a:bodyPr>
            <a:normAutofit/>
          </a:bodyPr>
          <a:lstStyle/>
          <a:p>
            <a:r>
              <a:rPr lang="en-GB" sz="5200"/>
              <a:t>REST-API Node.js:llä, Expressillä ja Sequelizella</a:t>
            </a:r>
            <a:endParaRPr lang="en-FI" sz="5200"/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DA615409-B332-C418-A510-2362300923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5712" y="4629235"/>
            <a:ext cx="9142288" cy="1488679"/>
          </a:xfrm>
        </p:spPr>
        <p:txBody>
          <a:bodyPr>
            <a:normAutofit/>
          </a:bodyPr>
          <a:lstStyle/>
          <a:p>
            <a:r>
              <a:rPr lang="en-GB"/>
              <a:t>Kai Katajisto TITE23</a:t>
            </a:r>
            <a:endParaRPr lang="en-FI"/>
          </a:p>
        </p:txBody>
      </p:sp>
      <p:pic>
        <p:nvPicPr>
          <p:cNvPr id="7" name="Graphic 6" descr="Tietokanta">
            <a:extLst>
              <a:ext uri="{FF2B5EF4-FFF2-40B4-BE49-F238E27FC236}">
                <a16:creationId xmlns:a16="http://schemas.microsoft.com/office/drawing/2014/main" id="{26414BB8-BC8B-8BC5-5EB7-7360A5260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4013" y="740086"/>
            <a:ext cx="2120924" cy="212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25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77C2276D-E2F1-55AE-9F46-9B2DF01BA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792" y="295680"/>
            <a:ext cx="8401626" cy="149905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Johdanto &amp; Teknologiapino</a:t>
            </a:r>
            <a:br>
              <a:rPr lang="en-US" sz="2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000" i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Mitä tehdään ja millä työkaluilla</a:t>
            </a:r>
            <a:endParaRPr lang="en-US" sz="2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Taulukko 3">
            <a:extLst>
              <a:ext uri="{FF2B5EF4-FFF2-40B4-BE49-F238E27FC236}">
                <a16:creationId xmlns:a16="http://schemas.microsoft.com/office/drawing/2014/main" id="{A523C4C2-9999-2AF7-5F5B-23ABF7C9D5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733054"/>
              </p:ext>
            </p:extLst>
          </p:nvPr>
        </p:nvGraphicFramePr>
        <p:xfrm>
          <a:off x="711909" y="1589947"/>
          <a:ext cx="10768181" cy="3960574"/>
        </p:xfrm>
        <a:graphic>
          <a:graphicData uri="http://schemas.openxmlformats.org/drawingml/2006/table">
            <a:tbl>
              <a:tblPr first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{3C2FFA5D-87B4-456A-9821-1D502468CF0F}</a:tableStyleId>
              </a:tblPr>
              <a:tblGrid>
                <a:gridCol w="1845165">
                  <a:extLst>
                    <a:ext uri="{9D8B030D-6E8A-4147-A177-3AD203B41FA5}">
                      <a16:colId xmlns:a16="http://schemas.microsoft.com/office/drawing/2014/main" val="1136399222"/>
                    </a:ext>
                  </a:extLst>
                </a:gridCol>
                <a:gridCol w="4460118">
                  <a:extLst>
                    <a:ext uri="{9D8B030D-6E8A-4147-A177-3AD203B41FA5}">
                      <a16:colId xmlns:a16="http://schemas.microsoft.com/office/drawing/2014/main" val="2171772353"/>
                    </a:ext>
                  </a:extLst>
                </a:gridCol>
                <a:gridCol w="4462898">
                  <a:extLst>
                    <a:ext uri="{9D8B030D-6E8A-4147-A177-3AD203B41FA5}">
                      <a16:colId xmlns:a16="http://schemas.microsoft.com/office/drawing/2014/main" val="1768391704"/>
                    </a:ext>
                  </a:extLst>
                </a:gridCol>
              </a:tblGrid>
              <a:tr h="453462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600" b="1" i="1" cap="none" spc="0" dirty="0" err="1">
                          <a:solidFill>
                            <a:schemeClr val="bg1"/>
                          </a:solidFill>
                          <a:effectLst/>
                        </a:rPr>
                        <a:t>Teknologia</a:t>
                      </a:r>
                      <a:endParaRPr lang="en-GB" sz="1600" i="1" cap="none" spc="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0" marR="132059" marT="88039" marB="88039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600" b="1" i="1" cap="none" spc="0" dirty="0" err="1">
                          <a:solidFill>
                            <a:schemeClr val="bg1"/>
                          </a:solidFill>
                          <a:effectLst/>
                        </a:rPr>
                        <a:t>Rooli</a:t>
                      </a:r>
                      <a:r>
                        <a:rPr lang="en-GB" sz="1600" b="1" i="1" cap="none" spc="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GB" sz="1600" b="1" i="1" cap="none" spc="0" dirty="0" err="1">
                          <a:solidFill>
                            <a:schemeClr val="bg1"/>
                          </a:solidFill>
                          <a:effectLst/>
                        </a:rPr>
                        <a:t>projektissa</a:t>
                      </a:r>
                      <a:endParaRPr lang="en-GB" sz="1600" b="1" i="1" cap="none" spc="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0" marR="132059" marT="88039" marB="88039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600" b="1" i="1" cap="none" spc="0" dirty="0" err="1">
                          <a:solidFill>
                            <a:schemeClr val="bg1"/>
                          </a:solidFill>
                          <a:effectLst/>
                        </a:rPr>
                        <a:t>Vastaava</a:t>
                      </a:r>
                      <a:r>
                        <a:rPr lang="en-GB" sz="1600" b="1" i="1" cap="none" spc="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GB" sz="1600" b="1" i="1" cap="none" spc="0" dirty="0" err="1">
                          <a:solidFill>
                            <a:schemeClr val="bg1"/>
                          </a:solidFill>
                          <a:effectLst/>
                        </a:rPr>
                        <a:t>osa</a:t>
                      </a:r>
                      <a:r>
                        <a:rPr lang="en-GB" sz="1600" b="1" i="1" cap="none" spc="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GB" sz="1600" b="1" i="1" cap="none" spc="0" dirty="0" err="1">
                          <a:solidFill>
                            <a:schemeClr val="bg1"/>
                          </a:solidFill>
                          <a:effectLst/>
                        </a:rPr>
                        <a:t>Java:ssa</a:t>
                      </a:r>
                      <a:endParaRPr lang="en-GB" sz="1600" b="1" i="1" cap="none" spc="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0" marR="132059" marT="88039" marB="88039" anchor="ctr"/>
                </a:tc>
                <a:extLst>
                  <a:ext uri="{0D108BD9-81ED-4DB2-BD59-A6C34878D82A}">
                    <a16:rowId xmlns:a16="http://schemas.microsoft.com/office/drawing/2014/main" val="2685630086"/>
                  </a:ext>
                </a:extLst>
              </a:tr>
              <a:tr h="69466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600" b="1" cap="none" spc="0">
                          <a:solidFill>
                            <a:schemeClr val="tx1"/>
                          </a:solidFill>
                          <a:effectLst/>
                        </a:rPr>
                        <a:t>Node.js</a:t>
                      </a:r>
                      <a:endParaRPr lang="en-GB" sz="1600" cap="none" spc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132059" marT="88039" marB="88039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fi-FI" sz="1600" b="1" cap="none" spc="0">
                          <a:solidFill>
                            <a:schemeClr val="tx1"/>
                          </a:solidFill>
                          <a:effectLst/>
                        </a:rPr>
                        <a:t>JavaScript-suoritusympäristö.</a:t>
                      </a:r>
                      <a:br>
                        <a:rPr lang="fi-FI" sz="1600" b="1" cap="none" spc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fi-FI" sz="1600" cap="none" spc="0">
                          <a:solidFill>
                            <a:schemeClr val="tx1"/>
                          </a:solidFill>
                          <a:effectLst/>
                        </a:rPr>
                        <a:t>Ajaa JavaScript-koodia palvelimella.</a:t>
                      </a:r>
                      <a:endParaRPr lang="fi-FI" sz="1600" cap="none" spc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132059" marT="88039" marB="88039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fi-FI" sz="1600" cap="none" spc="0">
                          <a:solidFill>
                            <a:schemeClr val="tx1"/>
                          </a:solidFill>
                          <a:effectLst/>
                        </a:rPr>
                        <a:t>Vastaa </a:t>
                      </a:r>
                      <a:r>
                        <a:rPr lang="fi-FI" sz="1600" b="1" cap="none" spc="0">
                          <a:solidFill>
                            <a:schemeClr val="tx1"/>
                          </a:solidFill>
                          <a:effectLst/>
                        </a:rPr>
                        <a:t>Java-virtuaalikonetta (JVM)</a:t>
                      </a:r>
                      <a:r>
                        <a:rPr lang="fi-FI" sz="1600" cap="none" spc="0">
                          <a:solidFill>
                            <a:schemeClr val="tx1"/>
                          </a:solidFill>
                          <a:effectLst/>
                        </a:rPr>
                        <a:t> ja Spring Boot -sovelluksen käynnistystä.</a:t>
                      </a:r>
                      <a:endParaRPr lang="fi-FI" sz="1600" cap="none" spc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132059" marT="88039" marB="88039" anchor="ctr"/>
                </a:tc>
                <a:extLst>
                  <a:ext uri="{0D108BD9-81ED-4DB2-BD59-A6C34878D82A}">
                    <a16:rowId xmlns:a16="http://schemas.microsoft.com/office/drawing/2014/main" val="1708076726"/>
                  </a:ext>
                </a:extLst>
              </a:tr>
              <a:tr h="69466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600" b="1" cap="none" spc="0">
                          <a:solidFill>
                            <a:schemeClr val="tx1"/>
                          </a:solidFill>
                          <a:effectLst/>
                        </a:rPr>
                        <a:t>Express.js</a:t>
                      </a:r>
                      <a:endParaRPr lang="en-GB" sz="1600" cap="none" spc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132059" marT="88039" marB="88039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fi-FI" sz="1600" b="1" cap="none" spc="0">
                          <a:solidFill>
                            <a:schemeClr val="tx1"/>
                          </a:solidFill>
                          <a:effectLst/>
                        </a:rPr>
                        <a:t>Web-kehys (Framework).</a:t>
                      </a:r>
                      <a:r>
                        <a:rPr lang="fi-FI" sz="1600" cap="none" spc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br>
                        <a:rPr lang="fi-FI" sz="1600" cap="none" spc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fi-FI" sz="1600" cap="none" spc="0">
                          <a:solidFill>
                            <a:schemeClr val="tx1"/>
                          </a:solidFill>
                          <a:effectLst/>
                        </a:rPr>
                        <a:t>Tarjoaa työkalut HTTP-API:n rakentamiseen.</a:t>
                      </a:r>
                      <a:endParaRPr lang="fi-FI" sz="1600" cap="none" spc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132059" marT="88039" marB="88039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fi-FI" sz="1600" cap="none" spc="0">
                          <a:solidFill>
                            <a:schemeClr val="tx1"/>
                          </a:solidFill>
                          <a:effectLst/>
                        </a:rPr>
                        <a:t>Vastaa </a:t>
                      </a:r>
                      <a:r>
                        <a:rPr lang="fi-FI" sz="1600" b="1" cap="none" spc="0">
                          <a:solidFill>
                            <a:schemeClr val="tx1"/>
                          </a:solidFill>
                          <a:effectLst/>
                        </a:rPr>
                        <a:t>Spring Bootin web-osiota</a:t>
                      </a:r>
                      <a:r>
                        <a:rPr lang="fi-FI" sz="1600" cap="none" spc="0">
                          <a:solidFill>
                            <a:schemeClr val="tx1"/>
                          </a:solidFill>
                          <a:effectLst/>
                        </a:rPr>
                        <a:t> ja PersonController.java-luokkaa.</a:t>
                      </a:r>
                      <a:endParaRPr lang="fi-FI" sz="1600" cap="none" spc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132059" marT="88039" marB="88039" anchor="ctr"/>
                </a:tc>
                <a:extLst>
                  <a:ext uri="{0D108BD9-81ED-4DB2-BD59-A6C34878D82A}">
                    <a16:rowId xmlns:a16="http://schemas.microsoft.com/office/drawing/2014/main" val="528083341"/>
                  </a:ext>
                </a:extLst>
              </a:tr>
              <a:tr h="93586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600" b="1" cap="none" spc="0" dirty="0" err="1">
                          <a:solidFill>
                            <a:schemeClr val="tx1"/>
                          </a:solidFill>
                          <a:effectLst/>
                        </a:rPr>
                        <a:t>Sequelize</a:t>
                      </a:r>
                      <a:endParaRPr lang="en-GB" sz="1600" cap="none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132059" marT="88039" marB="88039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fi-FI" sz="1600" b="1" cap="none" spc="0">
                          <a:solidFill>
                            <a:schemeClr val="tx1"/>
                          </a:solidFill>
                          <a:effectLst/>
                        </a:rPr>
                        <a:t>ORM</a:t>
                      </a:r>
                      <a:r>
                        <a:rPr lang="fi-FI" sz="1600" cap="none" spc="0">
                          <a:solidFill>
                            <a:schemeClr val="tx1"/>
                          </a:solidFill>
                          <a:effectLst/>
                        </a:rPr>
                        <a:t> (Object-Relational Mapper). Se "kääntää" JavaScript-oliot tietokannan riveille ja päinvastoin.</a:t>
                      </a:r>
                      <a:endParaRPr lang="fi-FI" sz="1600" cap="none" spc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132059" marT="88039" marB="88039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600" cap="none" spc="0" dirty="0" err="1">
                          <a:solidFill>
                            <a:schemeClr val="tx1"/>
                          </a:solidFill>
                          <a:effectLst/>
                        </a:rPr>
                        <a:t>Vastaa</a:t>
                      </a:r>
                      <a:r>
                        <a:rPr lang="en-GB" sz="160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GB" sz="1600" b="1" cap="none" spc="0" dirty="0">
                          <a:solidFill>
                            <a:schemeClr val="tx1"/>
                          </a:solidFill>
                          <a:effectLst/>
                        </a:rPr>
                        <a:t>Spring Data </a:t>
                      </a:r>
                      <a:r>
                        <a:rPr lang="en-GB" sz="1600" b="1" cap="none" spc="0" dirty="0" err="1">
                          <a:solidFill>
                            <a:schemeClr val="tx1"/>
                          </a:solidFill>
                          <a:effectLst/>
                        </a:rPr>
                        <a:t>JPA:ta</a:t>
                      </a:r>
                      <a:r>
                        <a:rPr lang="en-GB" sz="160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GB" sz="1600" cap="none" spc="0" dirty="0" err="1">
                          <a:solidFill>
                            <a:schemeClr val="tx1"/>
                          </a:solidFill>
                          <a:effectLst/>
                        </a:rPr>
                        <a:t>ja</a:t>
                      </a:r>
                      <a:r>
                        <a:rPr lang="en-GB" sz="160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GB" sz="1600" b="1" cap="none" spc="0" dirty="0">
                          <a:solidFill>
                            <a:schemeClr val="tx1"/>
                          </a:solidFill>
                          <a:effectLst/>
                        </a:rPr>
                        <a:t>@Entity</a:t>
                      </a:r>
                      <a:r>
                        <a:rPr lang="en-GB" sz="1600" cap="none" spc="0" dirty="0">
                          <a:solidFill>
                            <a:schemeClr val="tx1"/>
                          </a:solidFill>
                          <a:effectLst/>
                        </a:rPr>
                        <a:t>-luokkia (Person.java, Address.java) </a:t>
                      </a:r>
                      <a:r>
                        <a:rPr lang="en-GB" sz="1600" cap="none" spc="0" dirty="0" err="1">
                          <a:solidFill>
                            <a:schemeClr val="tx1"/>
                          </a:solidFill>
                          <a:effectLst/>
                        </a:rPr>
                        <a:t>sekä</a:t>
                      </a:r>
                      <a:r>
                        <a:rPr lang="en-GB" sz="1600" cap="none" spc="0" dirty="0">
                          <a:solidFill>
                            <a:schemeClr val="tx1"/>
                          </a:solidFill>
                          <a:effectLst/>
                        </a:rPr>
                        <a:t> PersonRepository.java-</a:t>
                      </a:r>
                      <a:r>
                        <a:rPr lang="en-GB" sz="1600" cap="none" spc="0" dirty="0" err="1">
                          <a:solidFill>
                            <a:schemeClr val="tx1"/>
                          </a:solidFill>
                          <a:effectLst/>
                        </a:rPr>
                        <a:t>interfacea</a:t>
                      </a:r>
                      <a:r>
                        <a:rPr lang="en-GB" sz="1600" cap="none" spc="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GB" sz="1600" cap="none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132059" marT="88039" marB="88039" anchor="ctr"/>
                </a:tc>
                <a:extLst>
                  <a:ext uri="{0D108BD9-81ED-4DB2-BD59-A6C34878D82A}">
                    <a16:rowId xmlns:a16="http://schemas.microsoft.com/office/drawing/2014/main" val="3849784609"/>
                  </a:ext>
                </a:extLst>
              </a:tr>
              <a:tr h="69466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600" b="1" cap="none" spc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Sqlite</a:t>
                      </a:r>
                      <a:endParaRPr lang="en-GB" sz="1600" cap="none" spc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132059" marT="88039" marB="88039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600" b="1" cap="none" spc="0">
                          <a:solidFill>
                            <a:schemeClr val="tx1"/>
                          </a:solidFill>
                          <a:effectLst/>
                        </a:rPr>
                        <a:t>Relaatiotietokanta</a:t>
                      </a:r>
                      <a:r>
                        <a:rPr lang="en-GB" sz="1600" cap="none" spc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br>
                        <a:rPr lang="en-GB" sz="1600" cap="none" spc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GB" sz="1600" cap="none" spc="0">
                          <a:solidFill>
                            <a:schemeClr val="tx1"/>
                          </a:solidFill>
                          <a:effectLst/>
                        </a:rPr>
                        <a:t>Melkein kuten MySQL, mutta palveliton.</a:t>
                      </a:r>
                      <a:br>
                        <a:rPr lang="fi-FI" sz="1600" cap="none" spc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fi-FI" sz="1600"/>
                        <a:t>Data tallentuu yhteen fyysiseen tiedostoon </a:t>
                      </a:r>
                      <a:r>
                        <a:rPr lang="fi-FI" sz="1600" b="1"/>
                        <a:t>(</a:t>
                      </a:r>
                      <a:r>
                        <a:rPr lang="fi-FI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database.sqlite</a:t>
                      </a:r>
                      <a:r>
                        <a:rPr lang="fi-FI" sz="1600" b="1"/>
                        <a:t>) </a:t>
                      </a:r>
                      <a:r>
                        <a:rPr lang="fi-FI" sz="1600"/>
                        <a:t>projektikansion sisälle.</a:t>
                      </a:r>
                      <a:endParaRPr lang="en-GB" sz="1600" cap="none" spc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132059" marT="88039" marB="88039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fi-FI" sz="1600"/>
                        <a:t>Tämä on Node.js-maailman vastine </a:t>
                      </a:r>
                      <a:r>
                        <a:rPr lang="fi-FI" sz="1600" b="1"/>
                        <a:t>H2-tietokannalle</a:t>
                      </a:r>
                      <a:r>
                        <a:rPr lang="fi-FI" sz="1600"/>
                        <a:t>. Molemmat ovat kevyitä, tiedostopohjaisia ja toimivat ilman erillistä asennusta.</a:t>
                      </a:r>
                      <a:endParaRPr lang="fi-FI" sz="1600" cap="none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132059" marT="88039" marB="88039" anchor="ctr"/>
                </a:tc>
                <a:extLst>
                  <a:ext uri="{0D108BD9-81ED-4DB2-BD59-A6C34878D82A}">
                    <a16:rowId xmlns:a16="http://schemas.microsoft.com/office/drawing/2014/main" val="768880887"/>
                  </a:ext>
                </a:extLst>
              </a:tr>
            </a:tbl>
          </a:graphicData>
        </a:graphic>
      </p:graphicFrame>
      <p:sp>
        <p:nvSpPr>
          <p:cNvPr id="3" name="Tekstiruutu 2">
            <a:extLst>
              <a:ext uri="{FF2B5EF4-FFF2-40B4-BE49-F238E27FC236}">
                <a16:creationId xmlns:a16="http://schemas.microsoft.com/office/drawing/2014/main" id="{EEDA396F-B0AD-D895-E1F7-59C5A622A21F}"/>
              </a:ext>
            </a:extLst>
          </p:cNvPr>
          <p:cNvSpPr txBox="1"/>
          <p:nvPr/>
        </p:nvSpPr>
        <p:spPr>
          <a:xfrm>
            <a:off x="797792" y="5854078"/>
            <a:ext cx="105733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/>
              <a:t>Alkuperäinen suunnitelma oli käyttää MySQL:ää. Kehityksen aikana kuitenkin vaihdoin SQLiteen. Tein tämän helpottaakseni elämääni – nyt tietokanta on yksi tiedosto (database.sqlite), niin kuten tunnilla käyttämämme NamesAndAddresses tehtävässä. Koska käytän Sequelizea (ORM), tietokantamoottorin vaihtaminen vaati </a:t>
            </a:r>
            <a:r>
              <a:rPr lang="fi-FI" i="1"/>
              <a:t>vain yhden koodirivin muuttamisen.</a:t>
            </a:r>
          </a:p>
        </p:txBody>
      </p:sp>
    </p:spTree>
    <p:extLst>
      <p:ext uri="{BB962C8B-B14F-4D97-AF65-F5344CB8AC3E}">
        <p14:creationId xmlns:p14="http://schemas.microsoft.com/office/powerpoint/2010/main" val="1695610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601155-90C4-B49F-9BBA-827E11A58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CC9E375-4252-37C6-EE2E-796B35D26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4038600" cy="54313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Node.js</a:t>
            </a: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– Palvelin-JavaScriptin ydin</a:t>
            </a:r>
          </a:p>
        </p:txBody>
      </p:sp>
      <p:sp>
        <p:nvSpPr>
          <p:cNvPr id="6" name="Tekstiruutu 5">
            <a:extLst>
              <a:ext uri="{FF2B5EF4-FFF2-40B4-BE49-F238E27FC236}">
                <a16:creationId xmlns:a16="http://schemas.microsoft.com/office/drawing/2014/main" id="{3F381336-61F0-4C8C-923A-96D3908714E2}"/>
              </a:ext>
            </a:extLst>
          </p:cNvPr>
          <p:cNvSpPr txBox="1"/>
          <p:nvPr/>
        </p:nvSpPr>
        <p:spPr>
          <a:xfrm>
            <a:off x="6095999" y="713313"/>
            <a:ext cx="5257801" cy="5431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Node.js on kehitetty vuonna 2009. Suosio perustuu yksinkertaisuuteen; backend ja frontend käyttää samaa koodikieltä (JavaScript).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Avainominaisuus: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"Miten toteutetaan moniajo?”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Perinteinen malli (kuten Java/Spring usein): 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Säie per pyyntö (Thread-per-request). 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Kun 1000 käyttäjää ottaa yhteyden, palvelin luo 1000 säiettä.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Tämä on raskasta ja hidasta.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Node.js-malli: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Yksi säie ja tapahtumasilmukka (Event Loop). Node.js on estämätön (non-blocking).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Node.js ottaa pyynnön vastaan yhdellä säikeellä.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Jos pyyntö vaatii odotusta (kuten tietokantakysely), Node.js ei jää odottamaan. Se "</a:t>
            </a:r>
            <a:r>
              <a:rPr lang="en-US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jättää lapun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ja siirtyy heti palvelemaan seuraavaa pyyntöä.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Kun tietokantakysely valmistuu, se palaa "tapahtumasilmukkaan" ja Node.js poimii sen ja lähettää vastauksen.</a:t>
            </a:r>
          </a:p>
        </p:txBody>
      </p:sp>
      <p:sp>
        <p:nvSpPr>
          <p:cNvPr id="5" name="Tekstiruutu 4">
            <a:extLst>
              <a:ext uri="{FF2B5EF4-FFF2-40B4-BE49-F238E27FC236}">
                <a16:creationId xmlns:a16="http://schemas.microsoft.com/office/drawing/2014/main" id="{80CD1411-7194-3FE4-8807-4095DAB5CDA9}"/>
              </a:ext>
            </a:extLst>
          </p:cNvPr>
          <p:cNvSpPr txBox="1"/>
          <p:nvPr/>
        </p:nvSpPr>
        <p:spPr>
          <a:xfrm>
            <a:off x="838199" y="4339569"/>
            <a:ext cx="9895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>
                <a:solidFill>
                  <a:schemeClr val="tx1"/>
                </a:solidFill>
              </a:rPr>
              <a:t>Node.js on tapa ajaa JavaScriptiä palvelimella.</a:t>
            </a:r>
          </a:p>
        </p:txBody>
      </p:sp>
    </p:spTree>
    <p:extLst>
      <p:ext uri="{BB962C8B-B14F-4D97-AF65-F5344CB8AC3E}">
        <p14:creationId xmlns:p14="http://schemas.microsoft.com/office/powerpoint/2010/main" val="1652973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87593-A757-544E-BF13-423C0FA2C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343FF32E-021C-87BF-52D3-1A4A4D935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wrap="square" anchor="ctr">
            <a:normAutofit fontScale="90000"/>
          </a:bodyPr>
          <a:lstStyle/>
          <a:p>
            <a:r>
              <a:rPr lang="en-GB" b="1"/>
              <a:t>Express.js</a:t>
            </a:r>
            <a:r>
              <a:rPr lang="en-GB"/>
              <a:t> – API:n rakentaja</a:t>
            </a:r>
            <a:endParaRPr lang="en-US"/>
          </a:p>
        </p:txBody>
      </p:sp>
      <p:sp>
        <p:nvSpPr>
          <p:cNvPr id="5" name="Tekstiruutu 4">
            <a:extLst>
              <a:ext uri="{FF2B5EF4-FFF2-40B4-BE49-F238E27FC236}">
                <a16:creationId xmlns:a16="http://schemas.microsoft.com/office/drawing/2014/main" id="{1E1C52A8-4669-8B71-A946-DC1301D66AC6}"/>
              </a:ext>
            </a:extLst>
          </p:cNvPr>
          <p:cNvSpPr txBox="1"/>
          <p:nvPr/>
        </p:nvSpPr>
        <p:spPr>
          <a:xfrm>
            <a:off x="415600" y="1203078"/>
            <a:ext cx="9895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/>
              <a:t>Minimalistinen kehys Node.js:n päälle. Se tekee reittien määrittelystä helppoa.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Tekstiruutu 5">
            <a:extLst>
              <a:ext uri="{FF2B5EF4-FFF2-40B4-BE49-F238E27FC236}">
                <a16:creationId xmlns:a16="http://schemas.microsoft.com/office/drawing/2014/main" id="{9CA98B90-EB99-E1A3-4765-327E71365820}"/>
              </a:ext>
            </a:extLst>
          </p:cNvPr>
          <p:cNvSpPr txBox="1"/>
          <p:nvPr/>
        </p:nvSpPr>
        <p:spPr>
          <a:xfrm>
            <a:off x="1374618" y="1843567"/>
            <a:ext cx="9442764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000"/>
              <a:t>Java-esimerkki (</a:t>
            </a:r>
            <a:r>
              <a:rPr lang="fi-FI" sz="1600">
                <a:solidFill>
                  <a:schemeClr val="accent1"/>
                </a:solidFill>
              </a:rPr>
              <a:t>PersonController.java</a:t>
            </a:r>
            <a:r>
              <a:rPr lang="fi-FI" sz="2000"/>
              <a:t>) käyttää </a:t>
            </a:r>
            <a:r>
              <a:rPr lang="fi-FI" sz="1600">
                <a:solidFill>
                  <a:schemeClr val="accent1"/>
                </a:solidFill>
              </a:rPr>
              <a:t>@GetMapping("/") </a:t>
            </a:r>
            <a:r>
              <a:rPr lang="fi-FI" sz="2000"/>
              <a:t>kertomaan Springille, että kun joku menee osoitteeseen </a:t>
            </a:r>
            <a:r>
              <a:rPr lang="fi-FI" sz="1600">
                <a:solidFill>
                  <a:schemeClr val="accent1"/>
                </a:solidFill>
              </a:rPr>
              <a:t>/</a:t>
            </a:r>
            <a:r>
              <a:rPr lang="fi-FI" sz="2000"/>
              <a:t>, suoritetaan </a:t>
            </a:r>
            <a:r>
              <a:rPr lang="fi-FI" sz="1600">
                <a:solidFill>
                  <a:schemeClr val="accent1"/>
                </a:solidFill>
              </a:rPr>
              <a:t>list()</a:t>
            </a:r>
            <a:r>
              <a:rPr lang="fi-FI" sz="2000"/>
              <a:t>-metodi.</a:t>
            </a:r>
          </a:p>
          <a:p>
            <a:endParaRPr lang="fi-FI" sz="2000"/>
          </a:p>
          <a:p>
            <a:r>
              <a:rPr lang="fi-FI" sz="2000" b="1">
                <a:solidFill>
                  <a:schemeClr val="tx1"/>
                </a:solidFill>
              </a:rPr>
              <a:t>Expressillä sama suoritetaan seuraavasti:</a:t>
            </a:r>
          </a:p>
          <a:p>
            <a:endParaRPr lang="fi-FI">
              <a:solidFill>
                <a:schemeClr val="tx1"/>
              </a:solidFill>
            </a:endParaRPr>
          </a:p>
        </p:txBody>
      </p:sp>
      <p:sp>
        <p:nvSpPr>
          <p:cNvPr id="2" name="Tekstiruutu 1">
            <a:extLst>
              <a:ext uri="{FF2B5EF4-FFF2-40B4-BE49-F238E27FC236}">
                <a16:creationId xmlns:a16="http://schemas.microsoft.com/office/drawing/2014/main" id="{7CDF451B-1547-52E8-4A4C-C9786F129AEE}"/>
              </a:ext>
            </a:extLst>
          </p:cNvPr>
          <p:cNvSpPr txBox="1"/>
          <p:nvPr/>
        </p:nvSpPr>
        <p:spPr>
          <a:xfrm>
            <a:off x="1374618" y="3193865"/>
            <a:ext cx="9442764" cy="1529906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42900" indent="-342900">
              <a:lnSpc>
                <a:spcPts val="1425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express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'express'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342900" indent="-342900">
              <a:lnSpc>
                <a:spcPts val="1425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express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342900" indent="-342900">
              <a:lnSpc>
                <a:spcPts val="1425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342900" indent="-342900">
              <a:lnSpc>
                <a:spcPts val="1425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'/'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GB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GB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342900" indent="-342900">
              <a:lnSpc>
                <a:spcPts val="1425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Tässä haettaisiin data Sequelizella ja lähetettäisiin JSON-vastauksena</a:t>
            </a:r>
            <a:endParaRPr lang="en-GB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ts val="1425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GB">
                <a:solidFill>
                  <a:srgbClr val="6A9955"/>
                </a:solidFill>
                <a:latin typeface="Consolas" panose="020B0609020204030204" pitchFamily="49" charset="0"/>
              </a:rPr>
              <a:t> Vaihtoehto A (API): res.json(persons);</a:t>
            </a:r>
          </a:p>
          <a:p>
            <a:pPr marL="342900" lvl="3" indent="-342900">
              <a:lnSpc>
                <a:spcPts val="1425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>
                <a:solidFill>
                  <a:srgbClr val="6A9955"/>
                </a:solidFill>
                <a:latin typeface="Consolas" panose="020B0609020204030204" pitchFamily="49" charset="0"/>
              </a:rPr>
              <a:t>  // Vaihtoehto B (HTML): res.render('index', { persons });</a:t>
            </a:r>
            <a:endParaRPr lang="en-GB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ts val="1425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4195985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E11E2-9ADB-793C-EBF5-1A1C28AFF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2D7BAC0-120F-6717-3648-41254401E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wrap="square" anchor="ctr">
            <a:normAutofit fontScale="90000"/>
          </a:bodyPr>
          <a:lstStyle/>
          <a:p>
            <a:r>
              <a:rPr lang="fi-FI" b="1"/>
              <a:t>Sequelize</a:t>
            </a:r>
            <a:r>
              <a:rPr lang="fi-FI"/>
              <a:t> – Silta koodin ja tietokannan välillä</a:t>
            </a:r>
            <a:endParaRPr lang="en-US"/>
          </a:p>
        </p:txBody>
      </p:sp>
      <p:sp>
        <p:nvSpPr>
          <p:cNvPr id="5" name="Tekstiruutu 4">
            <a:extLst>
              <a:ext uri="{FF2B5EF4-FFF2-40B4-BE49-F238E27FC236}">
                <a16:creationId xmlns:a16="http://schemas.microsoft.com/office/drawing/2014/main" id="{96C678C0-DC12-2E4D-94B5-26515414A3A2}"/>
              </a:ext>
            </a:extLst>
          </p:cNvPr>
          <p:cNvSpPr txBox="1"/>
          <p:nvPr/>
        </p:nvSpPr>
        <p:spPr>
          <a:xfrm>
            <a:off x="415600" y="1203078"/>
            <a:ext cx="9895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/>
              <a:t>ORM, joka hoitaa yhteyden </a:t>
            </a:r>
            <a:r>
              <a:rPr lang="fi-FI" b="1"/>
              <a:t>MySQL-tietokantaan</a:t>
            </a:r>
            <a:r>
              <a:rPr lang="fi-FI"/>
              <a:t>. </a:t>
            </a:r>
            <a:r>
              <a:rPr lang="fi-FI" i="1"/>
              <a:t>Ei tarvetta kirjoittaa SQL-lauseita käsin.</a:t>
            </a:r>
            <a:endParaRPr lang="en-GB" i="1">
              <a:solidFill>
                <a:schemeClr val="tx1"/>
              </a:solidFill>
            </a:endParaRPr>
          </a:p>
        </p:txBody>
      </p:sp>
      <p:sp>
        <p:nvSpPr>
          <p:cNvPr id="6" name="Tekstiruutu 5">
            <a:extLst>
              <a:ext uri="{FF2B5EF4-FFF2-40B4-BE49-F238E27FC236}">
                <a16:creationId xmlns:a16="http://schemas.microsoft.com/office/drawing/2014/main" id="{4BDB5702-1191-C0FC-6E2B-BBE05C87093A}"/>
              </a:ext>
            </a:extLst>
          </p:cNvPr>
          <p:cNvSpPr txBox="1"/>
          <p:nvPr/>
        </p:nvSpPr>
        <p:spPr>
          <a:xfrm>
            <a:off x="415600" y="1599144"/>
            <a:ext cx="112444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600"/>
              <a:t>Java-esimerkissä määritellään </a:t>
            </a:r>
            <a:r>
              <a:rPr lang="fi-FI" sz="1600">
                <a:solidFill>
                  <a:schemeClr val="accent1"/>
                </a:solidFill>
              </a:rPr>
              <a:t>@Entity</a:t>
            </a:r>
            <a:r>
              <a:rPr lang="fi-FI" sz="1600"/>
              <a:t>-luokat </a:t>
            </a:r>
            <a:r>
              <a:rPr lang="fi-FI" sz="1600">
                <a:solidFill>
                  <a:schemeClr val="accent1"/>
                </a:solidFill>
              </a:rPr>
              <a:t>Person.java </a:t>
            </a:r>
            <a:r>
              <a:rPr lang="fi-FI" sz="1600"/>
              <a:t>ja </a:t>
            </a:r>
            <a:r>
              <a:rPr lang="fi-FI" sz="1600">
                <a:solidFill>
                  <a:schemeClr val="accent1"/>
                </a:solidFill>
              </a:rPr>
              <a:t>Address.java</a:t>
            </a:r>
            <a:r>
              <a:rPr lang="fi-FI" sz="1600"/>
              <a:t>. </a:t>
            </a:r>
            <a:r>
              <a:rPr lang="fi-FI" sz="1600" i="1"/>
              <a:t>Sequelize yhdistää nämä yhdeksi </a:t>
            </a:r>
            <a:r>
              <a:rPr lang="fi-FI" sz="1600" i="1">
                <a:solidFill>
                  <a:srgbClr val="00B0F0"/>
                </a:solidFill>
              </a:rPr>
              <a:t>Model</a:t>
            </a:r>
            <a:r>
              <a:rPr lang="fi-FI" sz="1600" i="1"/>
              <a:t>:iksi.</a:t>
            </a:r>
            <a:br>
              <a:rPr lang="fi-FI" sz="1600"/>
            </a:br>
            <a:r>
              <a:rPr lang="fi-FI" sz="1600"/>
              <a:t>Määritetään, että </a:t>
            </a:r>
            <a:r>
              <a:rPr lang="fi-FI" sz="1600">
                <a:solidFill>
                  <a:srgbClr val="386882"/>
                </a:solidFill>
              </a:rPr>
              <a:t>Person</a:t>
            </a:r>
            <a:r>
              <a:rPr lang="fi-FI" sz="1600"/>
              <a:t>-luokalla on </a:t>
            </a:r>
            <a:r>
              <a:rPr lang="fi-FI" sz="1600">
                <a:solidFill>
                  <a:schemeClr val="accent1"/>
                </a:solidFill>
              </a:rPr>
              <a:t>firstName</a:t>
            </a:r>
            <a:r>
              <a:rPr lang="fi-FI" sz="1600"/>
              <a:t> ja </a:t>
            </a:r>
            <a:r>
              <a:rPr lang="fi-FI" sz="1600">
                <a:solidFill>
                  <a:schemeClr val="accent1"/>
                </a:solidFill>
              </a:rPr>
              <a:t>lastName</a:t>
            </a:r>
            <a:r>
              <a:rPr lang="fi-FI" sz="1600"/>
              <a:t> ja yhteys </a:t>
            </a:r>
            <a:r>
              <a:rPr lang="fi-FI" sz="1600">
                <a:solidFill>
                  <a:schemeClr val="accent1"/>
                </a:solidFill>
              </a:rPr>
              <a:t>Address</a:t>
            </a:r>
            <a:r>
              <a:rPr lang="fi-FI" sz="1600"/>
              <a:t>-luokkaan.</a:t>
            </a:r>
            <a:endParaRPr lang="fi-FI" sz="1600">
              <a:solidFill>
                <a:schemeClr val="tx1"/>
              </a:solidFill>
            </a:endParaRPr>
          </a:p>
        </p:txBody>
      </p:sp>
      <p:sp>
        <p:nvSpPr>
          <p:cNvPr id="2" name="Tekstiruutu 1">
            <a:extLst>
              <a:ext uri="{FF2B5EF4-FFF2-40B4-BE49-F238E27FC236}">
                <a16:creationId xmlns:a16="http://schemas.microsoft.com/office/drawing/2014/main" id="{B7CCB05F-D01F-72F6-725D-C8DA2657E5BF}"/>
              </a:ext>
            </a:extLst>
          </p:cNvPr>
          <p:cNvSpPr txBox="1"/>
          <p:nvPr/>
        </p:nvSpPr>
        <p:spPr>
          <a:xfrm>
            <a:off x="473798" y="2311561"/>
            <a:ext cx="11244404" cy="3862596"/>
          </a:xfrm>
          <a:prstGeom prst="rect">
            <a:avLst/>
          </a:prstGeom>
          <a:solidFill>
            <a:schemeClr val="tx1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28600" indent="-228600">
              <a:lnSpc>
                <a:spcPts val="1425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GB" sz="12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Sequelize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2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DataTypes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GB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2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'sequelize'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228600" indent="-228600">
              <a:lnSpc>
                <a:spcPts val="1425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sequelize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Sequelize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GB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Yhteys kantaan.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228600" indent="-228600">
              <a:lnSpc>
                <a:spcPts val="1425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228600" indent="-228600">
              <a:lnSpc>
                <a:spcPts val="1425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sequelize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define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2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"Person"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{  </a:t>
            </a:r>
            <a:r>
              <a:rPr lang="en-GB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Vastaa sekä Person Entityä että Repositorya!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 Ei ID-määrittelyä. Automatisoitu.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228600" indent="-228600">
              <a:lnSpc>
                <a:spcPts val="1425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firstName: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 </a:t>
            </a:r>
          </a:p>
          <a:p>
            <a:pPr marL="228600" indent="-228600">
              <a:lnSpc>
                <a:spcPts val="1425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type: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DataTypes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2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STRING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228600" indent="-228600">
              <a:lnSpc>
                <a:spcPts val="1425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},</a:t>
            </a:r>
          </a:p>
          <a:p>
            <a:pPr marL="228600" indent="-228600">
              <a:lnSpc>
                <a:spcPts val="1425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lastName: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228600" indent="-228600">
              <a:lnSpc>
                <a:spcPts val="1425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type: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DataTypes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2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STRING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228600" indent="-228600">
              <a:lnSpc>
                <a:spcPts val="1425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228600" indent="-228600">
              <a:lnSpc>
                <a:spcPts val="1425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 marL="228600" indent="-228600">
              <a:lnSpc>
                <a:spcPts val="1425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228600" indent="-228600">
              <a:lnSpc>
                <a:spcPts val="1425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sequelize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define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2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"Address"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{  </a:t>
            </a:r>
            <a:r>
              <a:rPr lang="en-GB" sz="11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Vastaa sekä Address Entityä että Repositorya (address.java &amp; addressRepository.java)!</a:t>
            </a:r>
            <a:endParaRPr lang="en-GB" sz="11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228600" indent="-228600">
              <a:lnSpc>
                <a:spcPts val="1425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street: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228600" indent="-228600">
              <a:lnSpc>
                <a:spcPts val="1425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type: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DataTypes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2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STRING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228600" indent="-228600">
              <a:lnSpc>
                <a:spcPts val="1425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228600" indent="-228600">
              <a:lnSpc>
                <a:spcPts val="1425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 marL="228600" indent="-228600">
              <a:lnSpc>
                <a:spcPts val="1425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228600" indent="-228600">
              <a:lnSpc>
                <a:spcPts val="1425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Suhteiden määrittely (kuten @ManyToOne ja @OneToMany)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228600" indent="-228600">
              <a:lnSpc>
                <a:spcPts val="1425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sz="12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belongsTo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2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Address, {…}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GB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@ManyToOne – ”Minä kuulun…”.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228600" indent="-228600">
              <a:lnSpc>
                <a:spcPts val="1425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sz="12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hasMany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2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Person, {…}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GB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@OneToMany – ”Addressilla on monta…”.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kstiruutu 2">
            <a:extLst>
              <a:ext uri="{FF2B5EF4-FFF2-40B4-BE49-F238E27FC236}">
                <a16:creationId xmlns:a16="http://schemas.microsoft.com/office/drawing/2014/main" id="{825AE192-D610-8C3E-8FE0-CDD919C78A3A}"/>
              </a:ext>
            </a:extLst>
          </p:cNvPr>
          <p:cNvSpPr txBox="1"/>
          <p:nvPr/>
        </p:nvSpPr>
        <p:spPr>
          <a:xfrm>
            <a:off x="2268670" y="6301799"/>
            <a:ext cx="765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Kun Java-koodissa käytät </a:t>
            </a:r>
            <a:r>
              <a:rPr lang="en-GB" b="1"/>
              <a:t>personRepository.findAll(), </a:t>
            </a:r>
            <a:r>
              <a:rPr lang="en-GB"/>
              <a:t>Sequelizessa käytät </a:t>
            </a:r>
            <a:r>
              <a:rPr lang="en-GB" b="1"/>
              <a:t>Person.findAll().</a:t>
            </a:r>
            <a:endParaRPr lang="en-FI" b="1"/>
          </a:p>
        </p:txBody>
      </p:sp>
    </p:spTree>
    <p:extLst>
      <p:ext uri="{BB962C8B-B14F-4D97-AF65-F5344CB8AC3E}">
        <p14:creationId xmlns:p14="http://schemas.microsoft.com/office/powerpoint/2010/main" val="813003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4B19E-1F74-C7CB-BA29-177624697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E6610591-5428-1111-BDC9-778CA32A9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wrap="square" anchor="ctr">
            <a:normAutofit fontScale="90000"/>
          </a:bodyPr>
          <a:lstStyle/>
          <a:p>
            <a:r>
              <a:rPr lang="fi-FI" b="1"/>
              <a:t>Sequelize</a:t>
            </a:r>
            <a:r>
              <a:rPr lang="fi-FI"/>
              <a:t> – Silta koodin ja tietokannan välillä</a:t>
            </a:r>
            <a:endParaRPr lang="en-US"/>
          </a:p>
        </p:txBody>
      </p:sp>
      <p:sp>
        <p:nvSpPr>
          <p:cNvPr id="5" name="Tekstiruutu 4">
            <a:extLst>
              <a:ext uri="{FF2B5EF4-FFF2-40B4-BE49-F238E27FC236}">
                <a16:creationId xmlns:a16="http://schemas.microsoft.com/office/drawing/2014/main" id="{CE432E33-D80B-04F7-E22E-7471D8FA898A}"/>
              </a:ext>
            </a:extLst>
          </p:cNvPr>
          <p:cNvSpPr txBox="1"/>
          <p:nvPr/>
        </p:nvSpPr>
        <p:spPr>
          <a:xfrm>
            <a:off x="415600" y="1203078"/>
            <a:ext cx="9895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/>
              <a:t>ORM, joka hoitaa yhteyden </a:t>
            </a:r>
            <a:r>
              <a:rPr lang="fi-FI" b="1"/>
              <a:t>MySQL-tietokantaan</a:t>
            </a:r>
            <a:r>
              <a:rPr lang="fi-FI"/>
              <a:t>. </a:t>
            </a:r>
            <a:r>
              <a:rPr lang="fi-FI" i="1"/>
              <a:t>Ei tarvetta kirjoittaa SQL-lauseita käsin.</a:t>
            </a:r>
            <a:endParaRPr lang="en-GB" i="1">
              <a:solidFill>
                <a:schemeClr val="tx1"/>
              </a:solidFill>
            </a:endParaRPr>
          </a:p>
        </p:txBody>
      </p:sp>
      <p:sp>
        <p:nvSpPr>
          <p:cNvPr id="6" name="Tekstiruutu 5">
            <a:extLst>
              <a:ext uri="{FF2B5EF4-FFF2-40B4-BE49-F238E27FC236}">
                <a16:creationId xmlns:a16="http://schemas.microsoft.com/office/drawing/2014/main" id="{EDF25982-3445-4613-2F2D-2F8CE56858AF}"/>
              </a:ext>
            </a:extLst>
          </p:cNvPr>
          <p:cNvSpPr txBox="1"/>
          <p:nvPr/>
        </p:nvSpPr>
        <p:spPr>
          <a:xfrm>
            <a:off x="804899" y="1966678"/>
            <a:ext cx="1124440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600" b="1">
                <a:solidFill>
                  <a:schemeClr val="tx1"/>
                </a:solidFill>
              </a:rPr>
              <a:t>Raaka SQL tapa, v</a:t>
            </a:r>
            <a:r>
              <a:rPr lang="fi-FI" sz="1600"/>
              <a:t>aatii SQL-kielen osaamista ja on herkkä kirjoitusvirheille:</a:t>
            </a:r>
            <a:endParaRPr lang="fi-FI" sz="1600" b="1">
              <a:solidFill>
                <a:schemeClr val="tx1"/>
              </a:solidFill>
            </a:endParaRPr>
          </a:p>
          <a:p>
            <a:endParaRPr lang="fi-FI" sz="1600" b="1">
              <a:solidFill>
                <a:schemeClr val="tx1"/>
              </a:solidFill>
            </a:endParaRPr>
          </a:p>
          <a:p>
            <a:endParaRPr lang="fi-FI" sz="1600" b="1">
              <a:solidFill>
                <a:schemeClr val="tx1"/>
              </a:solidFill>
            </a:endParaRPr>
          </a:p>
          <a:p>
            <a:endParaRPr lang="fi-FI" sz="1600" b="1">
              <a:solidFill>
                <a:schemeClr val="tx1"/>
              </a:solidFill>
            </a:endParaRPr>
          </a:p>
          <a:p>
            <a:endParaRPr lang="fi-FI" sz="1600" b="1">
              <a:solidFill>
                <a:schemeClr val="tx1"/>
              </a:solidFill>
            </a:endParaRPr>
          </a:p>
          <a:p>
            <a:r>
              <a:rPr lang="fi-FI" sz="1600" b="1">
                <a:solidFill>
                  <a:schemeClr val="tx1"/>
                </a:solidFill>
              </a:rPr>
              <a:t>Sequelize ORM tapa, </a:t>
            </a:r>
            <a:r>
              <a:rPr lang="fi-FI" sz="1600">
                <a:solidFill>
                  <a:schemeClr val="tx1"/>
                </a:solidFill>
              </a:rPr>
              <a:t>n</a:t>
            </a:r>
            <a:r>
              <a:rPr lang="fi-FI" sz="1600"/>
              <a:t>äyttää puhtaalta JavaScriptiltä. Ei SQL-sotkua:</a:t>
            </a:r>
            <a:endParaRPr lang="fi-FI" sz="1600" b="1">
              <a:solidFill>
                <a:schemeClr val="tx1"/>
              </a:solidFill>
            </a:endParaRPr>
          </a:p>
          <a:p>
            <a:endParaRPr lang="fi-FI" sz="1600">
              <a:solidFill>
                <a:schemeClr val="tx1"/>
              </a:solidFill>
            </a:endParaRPr>
          </a:p>
        </p:txBody>
      </p:sp>
      <p:sp>
        <p:nvSpPr>
          <p:cNvPr id="7" name="Tekstiruutu 6">
            <a:extLst>
              <a:ext uri="{FF2B5EF4-FFF2-40B4-BE49-F238E27FC236}">
                <a16:creationId xmlns:a16="http://schemas.microsoft.com/office/drawing/2014/main" id="{4902B025-D9AE-D2FF-1BCC-3E956FCA491D}"/>
              </a:ext>
            </a:extLst>
          </p:cNvPr>
          <p:cNvSpPr txBox="1"/>
          <p:nvPr/>
        </p:nvSpPr>
        <p:spPr>
          <a:xfrm>
            <a:off x="921295" y="2392666"/>
            <a:ext cx="6097508" cy="63222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GB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PERSON</a:t>
            </a:r>
            <a:endParaRPr lang="en-GB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Addresses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addressId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Addresses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GB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'Matti'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9" name="Tekstiruutu 8">
            <a:extLst>
              <a:ext uri="{FF2B5EF4-FFF2-40B4-BE49-F238E27FC236}">
                <a16:creationId xmlns:a16="http://schemas.microsoft.com/office/drawing/2014/main" id="{542247CD-D4E0-19F5-8203-C9E4D7DEA704}"/>
              </a:ext>
            </a:extLst>
          </p:cNvPr>
          <p:cNvSpPr txBox="1"/>
          <p:nvPr/>
        </p:nvSpPr>
        <p:spPr>
          <a:xfrm>
            <a:off x="921295" y="3604882"/>
            <a:ext cx="6097508" cy="81176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GB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findOne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lnSpc>
                <a:spcPts val="1425"/>
              </a:lnSpc>
              <a:buNone/>
            </a:pP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where: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GB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firstName: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'Matti'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pPr>
              <a:lnSpc>
                <a:spcPts val="1425"/>
              </a:lnSpc>
              <a:buNone/>
            </a:pP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include</a:t>
            </a:r>
            <a:r>
              <a:rPr lang="en-GB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Address</a:t>
            </a:r>
            <a:endParaRPr lang="en-GB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10" name="Tekstiruutu 9">
            <a:extLst>
              <a:ext uri="{FF2B5EF4-FFF2-40B4-BE49-F238E27FC236}">
                <a16:creationId xmlns:a16="http://schemas.microsoft.com/office/drawing/2014/main" id="{CBF8273B-7698-6249-7B8E-2E78419B21E6}"/>
              </a:ext>
            </a:extLst>
          </p:cNvPr>
          <p:cNvSpPr txBox="1"/>
          <p:nvPr/>
        </p:nvSpPr>
        <p:spPr>
          <a:xfrm>
            <a:off x="921295" y="4771651"/>
            <a:ext cx="1075767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Sequelize ei ole vain kätevä, mutta turvallinen. Se suojaa automaattisesti SQL Injection –hyökkäyksiltä.</a:t>
            </a:r>
          </a:p>
          <a:p>
            <a:endParaRPr lang="en-GB"/>
          </a:p>
          <a:p>
            <a:r>
              <a:rPr lang="fi-FI"/>
              <a:t>Sequelize piilottaa tietokannan monimutkaisuuden. Ei tarvitse tietää, onko alla MySQL, PostgreSQL vai SQLite.</a:t>
            </a:r>
          </a:p>
          <a:p>
            <a:br>
              <a:rPr lang="fi-FI"/>
            </a:br>
            <a:r>
              <a:rPr lang="fi-FI"/>
              <a:t>Tämän takia vaihtaminen MySQL tietokannasta SQLiteen oli erittäin kivutonta.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089181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773F7-196F-9A5A-0854-6DD42D923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037DA796-051A-79C6-A591-7A6D70511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874025"/>
            <a:ext cx="11360800" cy="763600"/>
          </a:xfrm>
        </p:spPr>
        <p:txBody>
          <a:bodyPr wrap="square" anchor="ctr">
            <a:normAutofit fontScale="90000"/>
          </a:bodyPr>
          <a:lstStyle/>
          <a:p>
            <a:r>
              <a:rPr lang="fi-FI" b="1"/>
              <a:t>Sovelluksen toiminta yksinkertaistettuna</a:t>
            </a:r>
            <a:endParaRPr lang="en-US" b="1"/>
          </a:p>
        </p:txBody>
      </p:sp>
      <p:sp>
        <p:nvSpPr>
          <p:cNvPr id="5" name="Tekstiruutu 4">
            <a:extLst>
              <a:ext uri="{FF2B5EF4-FFF2-40B4-BE49-F238E27FC236}">
                <a16:creationId xmlns:a16="http://schemas.microsoft.com/office/drawing/2014/main" id="{8D3A17E5-79F9-9038-A434-0B341FC312EC}"/>
              </a:ext>
            </a:extLst>
          </p:cNvPr>
          <p:cNvSpPr txBox="1"/>
          <p:nvPr/>
        </p:nvSpPr>
        <p:spPr>
          <a:xfrm>
            <a:off x="415600" y="1510001"/>
            <a:ext cx="9895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Sovelluksen arkkitehtuuri (Request-Response –sykli)</a:t>
            </a:r>
            <a:endParaRPr lang="en-GB" i="1">
              <a:solidFill>
                <a:schemeClr val="tx1"/>
              </a:solidFill>
            </a:endParaRPr>
          </a:p>
        </p:txBody>
      </p:sp>
      <p:sp>
        <p:nvSpPr>
          <p:cNvPr id="11" name="Tekstiruutu 10">
            <a:extLst>
              <a:ext uri="{FF2B5EF4-FFF2-40B4-BE49-F238E27FC236}">
                <a16:creationId xmlns:a16="http://schemas.microsoft.com/office/drawing/2014/main" id="{F30BA608-FF5E-E632-DCCB-D4B4930AFACD}"/>
              </a:ext>
            </a:extLst>
          </p:cNvPr>
          <p:cNvSpPr txBox="1"/>
          <p:nvPr/>
        </p:nvSpPr>
        <p:spPr>
          <a:xfrm>
            <a:off x="1148282" y="5550759"/>
            <a:ext cx="98954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/>
              <a:t>Flowchart: </a:t>
            </a:r>
            <a:r>
              <a:rPr lang="fi-FI" b="1"/>
              <a:t>Express (keltainen)</a:t>
            </a:r>
            <a:r>
              <a:rPr lang="fi-FI"/>
              <a:t> toimii liikenteenohjaajana. Se pyytää </a:t>
            </a:r>
            <a:r>
              <a:rPr lang="fi-FI" b="1"/>
              <a:t>Sequelizea (violetti)</a:t>
            </a:r>
            <a:r>
              <a:rPr lang="fi-FI"/>
              <a:t> hakemaan henkilöt ja heidän osoitteensa. </a:t>
            </a:r>
            <a:r>
              <a:rPr lang="fi-FI" b="1"/>
              <a:t>Sequelize</a:t>
            </a:r>
            <a:r>
              <a:rPr lang="fi-FI"/>
              <a:t> kääntää pyynnön </a:t>
            </a:r>
            <a:r>
              <a:rPr lang="fi-FI" b="1"/>
              <a:t>SQLite:lle</a:t>
            </a:r>
            <a:r>
              <a:rPr lang="fi-FI"/>
              <a:t> sopivaksi </a:t>
            </a:r>
            <a:r>
              <a:rPr lang="fi-FI" b="1"/>
              <a:t>SQL-kyselyksi (oranssi)</a:t>
            </a:r>
            <a:r>
              <a:rPr lang="fi-FI"/>
              <a:t>, joka hakee tiedot suoraan tiedostosta. Lopuksi </a:t>
            </a:r>
            <a:r>
              <a:rPr lang="fi-FI" b="1"/>
              <a:t>Express</a:t>
            </a:r>
            <a:r>
              <a:rPr lang="fi-FI"/>
              <a:t> yhdistää haetun datan sivupohjaan ja luo valmiin </a:t>
            </a:r>
            <a:r>
              <a:rPr lang="fi-FI" b="1"/>
              <a:t>HTML-sivun</a:t>
            </a:r>
            <a:r>
              <a:rPr lang="fi-FI"/>
              <a:t>, joka lähetetään käyttäjän selaimeen.</a:t>
            </a:r>
          </a:p>
        </p:txBody>
      </p:sp>
      <p:pic>
        <p:nvPicPr>
          <p:cNvPr id="8" name="Kuva 7" descr="Kuva, joka sisältää kohteen teksti, kuvakaappaus, Fontti, viiva&#10;&#10;Tekoälyllä luotu sisältö voi olla virheellistä.">
            <a:extLst>
              <a:ext uri="{FF2B5EF4-FFF2-40B4-BE49-F238E27FC236}">
                <a16:creationId xmlns:a16="http://schemas.microsoft.com/office/drawing/2014/main" id="{43405623-14B3-F37B-8C8C-6992D2607B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11542"/>
            <a:ext cx="12192000" cy="336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57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7BAE8-C433-A8F5-4D81-C7BF93D3F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6D8D11E-7ED7-B4AC-F1C4-383344C6C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72091"/>
            <a:ext cx="11360800" cy="635976"/>
          </a:xfrm>
        </p:spPr>
        <p:txBody>
          <a:bodyPr wrap="square" anchor="ctr">
            <a:normAutofit fontScale="90000"/>
          </a:bodyPr>
          <a:lstStyle/>
          <a:p>
            <a:r>
              <a:rPr lang="en-GB"/>
              <a:t>Miten aloittaa oma projekti?</a:t>
            </a:r>
            <a:endParaRPr lang="en-US" b="1"/>
          </a:p>
        </p:txBody>
      </p:sp>
      <p:sp>
        <p:nvSpPr>
          <p:cNvPr id="5" name="Tekstiruutu 4">
            <a:extLst>
              <a:ext uri="{FF2B5EF4-FFF2-40B4-BE49-F238E27FC236}">
                <a16:creationId xmlns:a16="http://schemas.microsoft.com/office/drawing/2014/main" id="{BAB11F8A-D576-2DD3-E53F-6551B9411555}"/>
              </a:ext>
            </a:extLst>
          </p:cNvPr>
          <p:cNvSpPr txBox="1"/>
          <p:nvPr/>
        </p:nvSpPr>
        <p:spPr>
          <a:xfrm>
            <a:off x="415600" y="1184760"/>
            <a:ext cx="9895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>
                <a:solidFill>
                  <a:schemeClr val="tx1"/>
                </a:solidFill>
              </a:rPr>
              <a:t>Erittäin helposti ja nopeasti</a:t>
            </a:r>
          </a:p>
        </p:txBody>
      </p:sp>
      <p:sp>
        <p:nvSpPr>
          <p:cNvPr id="11" name="Tekstiruutu 10">
            <a:extLst>
              <a:ext uri="{FF2B5EF4-FFF2-40B4-BE49-F238E27FC236}">
                <a16:creationId xmlns:a16="http://schemas.microsoft.com/office/drawing/2014/main" id="{5B254AAE-6F91-8EBF-996F-1CD985038491}"/>
              </a:ext>
            </a:extLst>
          </p:cNvPr>
          <p:cNvSpPr txBox="1"/>
          <p:nvPr/>
        </p:nvSpPr>
        <p:spPr>
          <a:xfrm>
            <a:off x="415600" y="1778457"/>
            <a:ext cx="10222221" cy="4276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fi-FI" dirty="0"/>
              <a:t>Asenna </a:t>
            </a:r>
            <a:r>
              <a:rPr lang="fi-FI" b="1" dirty="0"/>
              <a:t>Node.js </a:t>
            </a:r>
            <a:r>
              <a:rPr lang="fi-FI" dirty="0"/>
              <a:t>(sisältää </a:t>
            </a:r>
            <a:r>
              <a:rPr lang="fi-FI" dirty="0" err="1"/>
              <a:t>npm</a:t>
            </a:r>
            <a:r>
              <a:rPr lang="fi-FI" dirty="0"/>
              <a:t>-paketinhallinnan)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fi-FI" dirty="0"/>
              <a:t>Luo projektikansio ja alusta se: </a:t>
            </a:r>
            <a:r>
              <a:rPr lang="fi-FI" b="1" dirty="0" err="1"/>
              <a:t>npm</a:t>
            </a:r>
            <a:r>
              <a:rPr lang="fi-FI" b="1" dirty="0"/>
              <a:t> </a:t>
            </a:r>
            <a:r>
              <a:rPr lang="fi-FI" b="1" dirty="0" err="1"/>
              <a:t>init</a:t>
            </a:r>
            <a:r>
              <a:rPr lang="fi-FI" b="1" dirty="0"/>
              <a:t> –y </a:t>
            </a:r>
            <a:r>
              <a:rPr lang="fi-FI" dirty="0"/>
              <a:t>(luo </a:t>
            </a:r>
            <a:r>
              <a:rPr lang="fi-FI" dirty="0" err="1"/>
              <a:t>package</a:t>
            </a:r>
            <a:r>
              <a:rPr lang="fi-FI" dirty="0"/>
              <a:t>-tiedoston)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fi-FI" dirty="0"/>
              <a:t>Asenna riippuvuudet: </a:t>
            </a:r>
            <a:r>
              <a:rPr lang="fi-FI" b="1" dirty="0" err="1"/>
              <a:t>npm</a:t>
            </a:r>
            <a:r>
              <a:rPr lang="fi-FI" b="1" dirty="0"/>
              <a:t> </a:t>
            </a:r>
            <a:r>
              <a:rPr lang="fi-FI" b="1" dirty="0" err="1"/>
              <a:t>install</a:t>
            </a:r>
            <a:r>
              <a:rPr lang="fi-FI" b="1" dirty="0"/>
              <a:t> </a:t>
            </a:r>
            <a:r>
              <a:rPr lang="fi-FI" b="1"/>
              <a:t>express sequelize sqlite3</a:t>
            </a:r>
            <a:endParaRPr lang="fi-FI" b="1" dirty="0"/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fi-FI" dirty="0"/>
              <a:t>Käynnistä sovellus: </a:t>
            </a:r>
            <a:r>
              <a:rPr lang="fi-FI" b="1" dirty="0" err="1"/>
              <a:t>node</a:t>
            </a:r>
            <a:r>
              <a:rPr lang="fi-FI" b="1" dirty="0"/>
              <a:t> index.js</a:t>
            </a:r>
          </a:p>
          <a:p>
            <a:pPr algn="just">
              <a:lnSpc>
                <a:spcPct val="150000"/>
              </a:lnSpc>
            </a:pPr>
            <a:r>
              <a:rPr lang="fi-FI" sz="1100" i="1" dirty="0"/>
              <a:t>BASH: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endParaRPr lang="fi-FI" b="1" dirty="0"/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endParaRPr lang="fi-FI" b="1" dirty="0"/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endParaRPr lang="fi-FI" b="1" dirty="0"/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endParaRPr lang="fi-FI" b="1" dirty="0"/>
          </a:p>
          <a:p>
            <a:pPr algn="just">
              <a:lnSpc>
                <a:spcPct val="150000"/>
              </a:lnSpc>
            </a:pPr>
            <a:r>
              <a:rPr lang="fi-FI" sz="1800" dirty="0"/>
              <a:t>Sovelluksen voi myös helposti </a:t>
            </a:r>
            <a:r>
              <a:rPr lang="fi-FI" sz="1800" b="1" dirty="0" err="1"/>
              <a:t>dockerisoida</a:t>
            </a:r>
            <a:r>
              <a:rPr lang="fi-FI" sz="1800" dirty="0"/>
              <a:t>, minkä jälkeen se toimii missä tahansa ympäristössä.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fi-FI" dirty="0"/>
              <a:t>Käytännössä tarvitset </a:t>
            </a:r>
            <a:r>
              <a:rPr lang="fi-FI"/>
              <a:t>vain </a:t>
            </a:r>
            <a:r>
              <a:rPr lang="fi-FI" b="1"/>
              <a:t>yhden pienen tiedoston</a:t>
            </a:r>
            <a:r>
              <a:rPr lang="fi-FI"/>
              <a:t> </a:t>
            </a:r>
            <a:r>
              <a:rPr lang="fi-FI" dirty="0"/>
              <a:t>projektisi juureen</a:t>
            </a:r>
            <a:r>
              <a:rPr lang="fi-FI"/>
              <a:t>: </a:t>
            </a:r>
            <a:r>
              <a:rPr lang="fi-FI" b="1"/>
              <a:t>Dockerfile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fi-FI"/>
              <a:t>Valmista. Nyt kuka tahansa, jolla on Docker asennettuna, voi ladata projektin ja kirjoittaa terminaaliin:</a:t>
            </a:r>
            <a:br>
              <a:rPr lang="fi-FI"/>
            </a:br>
            <a:r>
              <a:rPr lang="fi-FI" b="1"/>
              <a:t>docker build -t node-app . </a:t>
            </a:r>
            <a:r>
              <a:rPr lang="fi-FI"/>
              <a:t>Ja </a:t>
            </a:r>
            <a:r>
              <a:rPr lang="fi-FI" b="1"/>
              <a:t>docker run -p 3000:3000 node-app</a:t>
            </a:r>
            <a:endParaRPr lang="fi-FI" b="1" dirty="0"/>
          </a:p>
        </p:txBody>
      </p:sp>
      <p:sp>
        <p:nvSpPr>
          <p:cNvPr id="4" name="Suorakulmio 3">
            <a:extLst>
              <a:ext uri="{FF2B5EF4-FFF2-40B4-BE49-F238E27FC236}">
                <a16:creationId xmlns:a16="http://schemas.microsoft.com/office/drawing/2014/main" id="{0BAA1E76-D279-3A16-D8FD-945BF8CE7AC1}"/>
              </a:ext>
            </a:extLst>
          </p:cNvPr>
          <p:cNvSpPr/>
          <p:nvPr/>
        </p:nvSpPr>
        <p:spPr>
          <a:xfrm>
            <a:off x="506135" y="3509824"/>
            <a:ext cx="4249602" cy="914400"/>
          </a:xfrm>
          <a:prstGeom prst="rect">
            <a:avLst/>
          </a:prstGeom>
          <a:ln/>
          <a:effectLst>
            <a:outerShdw blurRad="57150" dist="19050" dir="5400000" algn="ctr" rotWithShape="0">
              <a:srgbClr val="000000">
                <a:alpha val="63000"/>
              </a:srgbClr>
            </a:outerShdw>
            <a:softEdge rad="12700"/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>
                <a:solidFill>
                  <a:schemeClr val="bg1"/>
                </a:solidFill>
              </a:rPr>
              <a:t>$ npm init </a:t>
            </a:r>
            <a:r>
              <a:rPr lang="en-GB"/>
              <a:t>-y</a:t>
            </a:r>
            <a:endParaRPr lang="en-GB">
              <a:solidFill>
                <a:schemeClr val="bg1"/>
              </a:solidFill>
            </a:endParaRPr>
          </a:p>
          <a:p>
            <a:r>
              <a:rPr lang="en-GB">
                <a:solidFill>
                  <a:schemeClr val="bg1"/>
                </a:solidFill>
              </a:rPr>
              <a:t>$ npm install express sequelize sqlite3</a:t>
            </a:r>
          </a:p>
          <a:p>
            <a:r>
              <a:rPr lang="en-GB">
                <a:solidFill>
                  <a:schemeClr val="bg1"/>
                </a:solidFill>
              </a:rPr>
              <a:t>$ node index.js</a:t>
            </a:r>
            <a:endParaRPr lang="en-FI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949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0B735D30-DE9B-1EDB-F995-42CD9BBEE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Kiitos!</a:t>
            </a:r>
            <a:br>
              <a:rPr lang="en-US" sz="45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Kai Katajisto</a:t>
            </a:r>
            <a:br>
              <a:rPr lang="en-US"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TITE23</a:t>
            </a:r>
            <a:endParaRPr lang="en-US" sz="45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37659638"/>
      </p:ext>
    </p:extLst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e83a730-1a46-40ed-8797-1d2d98cac2d1}" enabled="0" method="" siteId="{8e83a730-1a46-40ed-8797-1d2d98cac2d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Programming Language Workshop for Beginners by Slidesgo</Template>
  <TotalTime>569</TotalTime>
  <Words>1012</Words>
  <Application>Microsoft Office PowerPoint</Application>
  <PresentationFormat>Laajakuva</PresentationFormat>
  <Paragraphs>113</Paragraphs>
  <Slides>9</Slides>
  <Notes>0</Notes>
  <HiddenSlides>0</HiddenSlides>
  <MMClips>0</MMClips>
  <ScaleCrop>false</ScaleCrop>
  <HeadingPairs>
    <vt:vector size="6" baseType="variant">
      <vt:variant>
        <vt:lpstr>Käytetyt fontit</vt:lpstr>
      </vt:variant>
      <vt:variant>
        <vt:i4>8</vt:i4>
      </vt:variant>
      <vt:variant>
        <vt:lpstr>Teema</vt:lpstr>
      </vt:variant>
      <vt:variant>
        <vt:i4>3</vt:i4>
      </vt:variant>
      <vt:variant>
        <vt:lpstr>Dian otsikot</vt:lpstr>
      </vt:variant>
      <vt:variant>
        <vt:i4>9</vt:i4>
      </vt:variant>
    </vt:vector>
  </HeadingPairs>
  <TitlesOfParts>
    <vt:vector size="20" baseType="lpstr">
      <vt:lpstr>Aptos</vt:lpstr>
      <vt:lpstr>Aptos Display</vt:lpstr>
      <vt:lpstr>Arial</vt:lpstr>
      <vt:lpstr>Consolas</vt:lpstr>
      <vt:lpstr>Fira Code</vt:lpstr>
      <vt:lpstr>Montserrat</vt:lpstr>
      <vt:lpstr>Proxima Nova</vt:lpstr>
      <vt:lpstr>Proxima Nova Semibold</vt:lpstr>
      <vt:lpstr>Programming Language Workshop for Beginners by Slidesgo</vt:lpstr>
      <vt:lpstr>Slidesgo Final Pages</vt:lpstr>
      <vt:lpstr>Office-teema</vt:lpstr>
      <vt:lpstr>REST-API Node.js:llä, Expressillä ja Sequelizella</vt:lpstr>
      <vt:lpstr>Johdanto &amp; Teknologiapino Mitä tehdään ja millä työkaluilla</vt:lpstr>
      <vt:lpstr>Node.js – Palvelin-JavaScriptin ydin</vt:lpstr>
      <vt:lpstr>Express.js – API:n rakentaja</vt:lpstr>
      <vt:lpstr>Sequelize – Silta koodin ja tietokannan välillä</vt:lpstr>
      <vt:lpstr>Sequelize – Silta koodin ja tietokannan välillä</vt:lpstr>
      <vt:lpstr>Sovelluksen toiminta yksinkertaistettuna</vt:lpstr>
      <vt:lpstr>Miten aloittaa oma projekti?</vt:lpstr>
      <vt:lpstr>Kiitos!  Kai Katajisto TITE23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Katajisto, Kai</dc:creator>
  <cp:lastModifiedBy>Katajisto, Kai</cp:lastModifiedBy>
  <cp:revision>1</cp:revision>
  <dcterms:created xsi:type="dcterms:W3CDTF">2025-11-18T08:08:31Z</dcterms:created>
  <dcterms:modified xsi:type="dcterms:W3CDTF">2025-11-28T17:49:26Z</dcterms:modified>
</cp:coreProperties>
</file>